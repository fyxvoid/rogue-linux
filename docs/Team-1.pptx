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3.xml" ContentType="application/vnd.openxmlformats-officedocument.presentationml.slideMaster+xml"/>
  <Override PartName="/ppt/theme/theme10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5.xml" ContentType="application/vnd.openxmlformats-officedocument.theme+xml"/>
  <Override PartName="/ppt/theme/theme9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5.xml" ContentType="application/vnd.openxmlformats-officedocument.theme+xml"/>
  <Override PartName="/ppt/theme/theme23.xml" ContentType="application/vnd.openxmlformats-officedocument.theme+xml"/>
  <Override PartName="/ppt/theme/theme17.xml" ContentType="application/vnd.openxmlformats-officedocument.theme+xml"/>
  <Override PartName="/ppt/theme/theme22.xml" ContentType="application/vnd.openxmlformats-officedocument.theme+xml"/>
  <Override PartName="/ppt/theme/theme16.xml" ContentType="application/vnd.openxmlformats-officedocument.theme+xml"/>
  <Override PartName="/ppt/theme/theme19.xml" ContentType="application/vnd.openxmlformats-officedocument.theme+xml"/>
  <Override PartName="/ppt/theme/theme21.xml" ContentType="application/vnd.openxmlformats-officedocument.theme+xml"/>
  <Override PartName="/ppt/theme/theme15.xml" ContentType="application/vnd.openxmlformats-officedocument.theme+xml"/>
  <Override PartName="/ppt/theme/theme11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8.xml" ContentType="application/vnd.openxmlformats-officedocument.theme+xml"/>
  <Override PartName="/ppt/theme/theme14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3" r:id="rId24"/>
  </p:sldMasterIdLst>
  <p:notesMasterIdLst>
    <p:notesMasterId r:id="rId25"/>
  </p:notesMasterIdLst>
  <p:sldIdLst>
    <p:sldId id="256" r:id="rId26"/>
    <p:sldId id="257" r:id="rId27"/>
    <p:sldId id="258" r:id="rId28"/>
    <p:sldId id="259" r:id="rId29"/>
    <p:sldId id="260" r:id="rId30"/>
    <p:sldId id="261" r:id="rId31"/>
    <p:sldId id="262" r:id="rId32"/>
    <p:sldId id="263" r:id="rId33"/>
    <p:sldId id="264" r:id="rId34"/>
    <p:sldId id="265" r:id="rId35"/>
    <p:sldId id="266" r:id="rId36"/>
    <p:sldId id="267" r:id="rId37"/>
    <p:sldId id="268" r:id="rId38"/>
    <p:sldId id="269" r:id="rId39"/>
    <p:sldId id="270" r:id="rId40"/>
    <p:sldId id="271" r:id="rId41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4.xml"/><Relationship Id="rId25" Type="http://schemas.openxmlformats.org/officeDocument/2006/relationships/notesMaster" Target="notesMasters/notesMaster1.xml"/><Relationship Id="rId26" Type="http://schemas.openxmlformats.org/officeDocument/2006/relationships/slide" Target="slides/slide1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Relationship Id="rId33" Type="http://schemas.openxmlformats.org/officeDocument/2006/relationships/slide" Target="slides/slide8.xml"/><Relationship Id="rId34" Type="http://schemas.openxmlformats.org/officeDocument/2006/relationships/slide" Target="slides/slide9.xml"/><Relationship Id="rId35" Type="http://schemas.openxmlformats.org/officeDocument/2006/relationships/slide" Target="slides/slide10.xml"/><Relationship Id="rId36" Type="http://schemas.openxmlformats.org/officeDocument/2006/relationships/slide" Target="slides/slide11.xml"/><Relationship Id="rId37" Type="http://schemas.openxmlformats.org/officeDocument/2006/relationships/slide" Target="slides/slide12.xml"/><Relationship Id="rId38" Type="http://schemas.openxmlformats.org/officeDocument/2006/relationships/slide" Target="slides/slide13.xml"/><Relationship Id="rId39" Type="http://schemas.openxmlformats.org/officeDocument/2006/relationships/slide" Target="slides/slide14.xml"/><Relationship Id="rId40" Type="http://schemas.openxmlformats.org/officeDocument/2006/relationships/slide" Target="slides/slide15.xml"/><Relationship Id="rId41" Type="http://schemas.openxmlformats.org/officeDocument/2006/relationships/slide" Target="slides/slide16.xml"/><Relationship Id="rId4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PlaceHolder 4"/>
          <p:cNvSpPr>
            <a:spLocks noGrp="1"/>
          </p:cNvSpPr>
          <p:nvPr>
            <p:ph type="dt" idx="73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PlaceHolder 5"/>
          <p:cNvSpPr>
            <a:spLocks noGrp="1"/>
          </p:cNvSpPr>
          <p:nvPr>
            <p:ph type="ftr" idx="7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PlaceHolder 6"/>
          <p:cNvSpPr>
            <a:spLocks noGrp="1"/>
          </p:cNvSpPr>
          <p:nvPr>
            <p:ph type="sldNum" idx="75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1A137A9-FAD8-4740-B40E-C23316CF63A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3720" cy="3426840"/>
          </a:xfrm>
          <a:prstGeom prst="rect">
            <a:avLst/>
          </a:prstGeom>
          <a:ln w="0">
            <a:noFill/>
          </a:ln>
        </p:spPr>
      </p:sp>
      <p:sp>
        <p:nvSpPr>
          <p:cNvPr id="5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240" cy="411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69640" cy="455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DD08C12-C9CA-4C84-8AD0-D8B0F3A8BB4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9AB89F6-6DF3-45B7-92E5-01C7170AF3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A1BA52A-3D5D-4B6B-AB4B-02C541B8D72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6913E74-F79B-423B-B16E-873708DB72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25F0FCC-5379-4C24-86AC-1D3C1F7FC6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423B58A1-9218-4FB4-AF4D-181C6FAEC0C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9F33CC87-ED42-4B40-BFB5-9508F4A39FA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877ED80E-8951-451A-882C-9F06D8D76CA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058C6794-AA76-4831-A95F-2ADF4F7C11C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C5FB0A27-00B9-4E6B-A48D-8DB29F5221F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C76CF877-9868-4CAC-A577-CFC2A80DFA0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CBC2C9BB-BA49-47CC-B3FB-617E4669A2C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536C2572-70F4-44BB-B474-E4AEA87DF4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33400983-95FB-46C7-AAB9-A0BCAE67FF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EF5A074E-0E7B-466B-A118-EB363D0D84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4A692549-7EF9-409B-B583-2B9BDDF5152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82DDC0E9-BA9D-4471-ADFE-978D6AC3B3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7846FA63-03D3-4F57-8558-D182A9BF019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131CEE9D-F92D-4EC6-AFCA-CD2D2AE3CF3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76925383-A7B8-4315-A8A9-BE9FB0D0609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EC3BC49A-0EA0-4E4F-B607-83824747094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E6495CE6-803D-4B68-80ED-4A5CFFF3E88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6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407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408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409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0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1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2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3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4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5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6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17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PlaceHolder 2"/>
          <p:cNvSpPr>
            <a:spLocks noGrp="1"/>
          </p:cNvSpPr>
          <p:nvPr>
            <p:ph type="ftr" idx="64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PlaceHolder 3"/>
          <p:cNvSpPr>
            <a:spLocks noGrp="1"/>
          </p:cNvSpPr>
          <p:nvPr>
            <p:ph type="sldNum" idx="65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84307C2-9018-40C2-9087-6679EDA15AFD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PlaceHolder 4"/>
          <p:cNvSpPr>
            <a:spLocks noGrp="1"/>
          </p:cNvSpPr>
          <p:nvPr>
            <p:ph type="dt" idx="66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1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422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423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424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5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6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7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8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9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0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1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32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 type="ftr" idx="67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PlaceHolder 4"/>
          <p:cNvSpPr>
            <a:spLocks noGrp="1"/>
          </p:cNvSpPr>
          <p:nvPr>
            <p:ph type="sldNum" idx="68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D3747A1-07FF-4574-93CD-1E9924290E71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PlaceHolder 5"/>
          <p:cNvSpPr>
            <a:spLocks noGrp="1"/>
          </p:cNvSpPr>
          <p:nvPr>
            <p:ph type="dt" idx="69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83AB2AAD-8EEB-48F6-A354-DD3D6EA3024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07954458-8B10-4CD2-93CF-9A3B56E3E37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B4065F66-D91C-4AD4-BBF0-26BEDCA4F5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3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4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5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" name="Group 6"/>
          <p:cNvGrpSpPr/>
          <p:nvPr/>
        </p:nvGrpSpPr>
        <p:grpSpPr>
          <a:xfrm>
            <a:off x="2160" y="-8640"/>
            <a:ext cx="12188160" cy="6868440"/>
            <a:chOff x="2160" y="-8640"/>
            <a:chExt cx="12188160" cy="6868440"/>
          </a:xfrm>
        </p:grpSpPr>
        <p:cxnSp>
          <p:nvCxnSpPr>
            <p:cNvPr id="14" name="Straight Connector 31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15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16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Isosceles Triangle 26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Isosceles Triangle 30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Isosceles Triangle 18"/>
            <p:cNvSpPr/>
            <p:nvPr/>
          </p:nvSpPr>
          <p:spPr>
            <a:xfrm rot="10800000">
              <a:off x="2160" y="2160"/>
              <a:ext cx="840600" cy="566388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ftr" idx="1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sldNum" idx="2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F4B4347-59E6-45F8-9DC2-6F665BC2303A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dt" idx="3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32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33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34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2" name="Group 6"/>
          <p:cNvGrpSpPr/>
          <p:nvPr/>
        </p:nvGrpSpPr>
        <p:grpSpPr>
          <a:xfrm>
            <a:off x="2160" y="-8640"/>
            <a:ext cx="12188160" cy="6868440"/>
            <a:chOff x="2160" y="-8640"/>
            <a:chExt cx="12188160" cy="6868440"/>
          </a:xfrm>
        </p:grpSpPr>
        <p:cxnSp>
          <p:nvCxnSpPr>
            <p:cNvPr id="43" name="Straight Connector 31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44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45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Isosceles Triangle 26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Isosceles Triangle 30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Isosceles Triangle 18"/>
            <p:cNvSpPr/>
            <p:nvPr/>
          </p:nvSpPr>
          <p:spPr>
            <a:xfrm rot="10800000">
              <a:off x="2160" y="2160"/>
              <a:ext cx="840600" cy="566388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ftr" idx="4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5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392A53C-69B4-4803-AD05-BBCC2B141563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1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6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61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62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63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77160" y="1116000"/>
            <a:ext cx="8594640" cy="305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ftr" idx="7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sldNum" idx="8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2CF38D9-45F3-4829-90F6-072084F2352D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dt" idx="9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79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80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81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77160" y="1085400"/>
            <a:ext cx="8594640" cy="36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ftr" idx="10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sldNum" idx="11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946BD09-EB47-46E7-BAC4-B53D0DB7BA77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 type="dt" idx="12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97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98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99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ftr" idx="13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sldNum" idx="14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00D7BDA-1587-42E6-916C-FE39076F97DB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dt" idx="15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115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116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117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5" name="TextBox 19"/>
          <p:cNvSpPr/>
          <p:nvPr/>
        </p:nvSpPr>
        <p:spPr>
          <a:xfrm>
            <a:off x="541800" y="790200"/>
            <a:ext cx="60732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  <a:ea typeface="DejaVu Sans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21"/>
          <p:cNvSpPr/>
          <p:nvPr/>
        </p:nvSpPr>
        <p:spPr>
          <a:xfrm>
            <a:off x="8893080" y="2886480"/>
            <a:ext cx="60732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  <a:ea typeface="DejaVu Sans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ftr" idx="16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sldNum" idx="17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2A2B08A-1466-4E6F-A8C7-053B06A152EA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PlaceHolder 5"/>
          <p:cNvSpPr>
            <a:spLocks noGrp="1"/>
          </p:cNvSpPr>
          <p:nvPr>
            <p:ph type="dt" idx="18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135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136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137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ftr" idx="19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sldNum" idx="20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DEDFF33-98CA-47FF-9232-FF6B251E87E7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dt" idx="21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153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154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155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3" name="TextBox 23"/>
          <p:cNvSpPr/>
          <p:nvPr/>
        </p:nvSpPr>
        <p:spPr>
          <a:xfrm>
            <a:off x="541800" y="790200"/>
            <a:ext cx="60732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  <a:ea typeface="DejaVu Sans"/>
              </a:rPr>
              <a:t>“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24"/>
          <p:cNvSpPr/>
          <p:nvPr/>
        </p:nvSpPr>
        <p:spPr>
          <a:xfrm>
            <a:off x="8893080" y="2886480"/>
            <a:ext cx="60732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uFillTx/>
                <a:latin typeface="Arial"/>
                <a:ea typeface="DejaVu Sans"/>
              </a:rPr>
              <a:t>”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ftr" idx="22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sldNum" idx="23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7B44F6F-6B66-4BC1-BFC6-654636F82F02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 type="dt" idx="24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173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174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175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ftr" idx="25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 type="sldNum" idx="26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0DE3E2E-05CB-4DEF-AA7F-9310CC547394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PlaceHolder 5"/>
          <p:cNvSpPr>
            <a:spLocks noGrp="1"/>
          </p:cNvSpPr>
          <p:nvPr>
            <p:ph type="dt" idx="27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191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192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193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677160" y="993960"/>
            <a:ext cx="859464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vert="eaVer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ftr" idx="28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 type="sldNum" idx="29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9283C32-1104-477F-AA18-B00AAD4F7300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PlaceHolder 5"/>
          <p:cNvSpPr>
            <a:spLocks noGrp="1"/>
          </p:cNvSpPr>
          <p:nvPr>
            <p:ph type="dt" idx="30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209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210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211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vert="eaVert">
            <a:no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vert="eaVer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ftr" idx="31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PlaceHolder 4"/>
          <p:cNvSpPr>
            <a:spLocks noGrp="1"/>
          </p:cNvSpPr>
          <p:nvPr>
            <p:ph type="sldNum" idx="32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4D4B164-0AD0-49C3-B3A0-2376A1EBCA6F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PlaceHolder 5"/>
          <p:cNvSpPr>
            <a:spLocks noGrp="1"/>
          </p:cNvSpPr>
          <p:nvPr>
            <p:ph type="dt" idx="33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227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228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229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3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677160" y="963720"/>
            <a:ext cx="8594640" cy="60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ftr" idx="34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PlaceHolder 4"/>
          <p:cNvSpPr>
            <a:spLocks noGrp="1"/>
          </p:cNvSpPr>
          <p:nvPr>
            <p:ph type="sldNum" idx="35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685699C-DDAC-466B-8BF6-526B952EF4EE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PlaceHolder 5"/>
          <p:cNvSpPr>
            <a:spLocks noGrp="1"/>
          </p:cNvSpPr>
          <p:nvPr>
            <p:ph type="dt" idx="36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245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246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247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1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2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3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4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677160" y="993960"/>
            <a:ext cx="859464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ftr" idx="37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PlaceHolder 4"/>
          <p:cNvSpPr>
            <a:spLocks noGrp="1"/>
          </p:cNvSpPr>
          <p:nvPr>
            <p:ph type="sldNum" idx="38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9D71A35-0605-4791-BC94-1F63EA1A4502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PlaceHolder 5"/>
          <p:cNvSpPr>
            <a:spLocks noGrp="1"/>
          </p:cNvSpPr>
          <p:nvPr>
            <p:ph type="dt" idx="39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263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264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265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6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7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8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9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0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2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677160" y="993960"/>
            <a:ext cx="859464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ftr" idx="40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PlaceHolder 4"/>
          <p:cNvSpPr>
            <a:spLocks noGrp="1"/>
          </p:cNvSpPr>
          <p:nvPr>
            <p:ph type="sldNum" idx="41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BD30197-0177-4EAE-AA7E-3D1EDC8B8D82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PlaceHolder 5"/>
          <p:cNvSpPr>
            <a:spLocks noGrp="1"/>
          </p:cNvSpPr>
          <p:nvPr>
            <p:ph type="dt" idx="42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281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282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283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4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5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6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7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0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677160" y="993960"/>
            <a:ext cx="859464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ftr" idx="43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PlaceHolder 4"/>
          <p:cNvSpPr>
            <a:spLocks noGrp="1"/>
          </p:cNvSpPr>
          <p:nvPr>
            <p:ph type="sldNum" idx="44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B559664-A43D-4ED4-9C0E-486216AE7EFB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PlaceHolder 5"/>
          <p:cNvSpPr>
            <a:spLocks noGrp="1"/>
          </p:cNvSpPr>
          <p:nvPr>
            <p:ph type="dt" idx="45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299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300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301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2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3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4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7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8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677160" y="993960"/>
            <a:ext cx="859464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ftr" idx="46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PlaceHolder 4"/>
          <p:cNvSpPr>
            <a:spLocks noGrp="1"/>
          </p:cNvSpPr>
          <p:nvPr>
            <p:ph type="sldNum" idx="47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5F54FA2-E1FA-48E0-A451-27FA752A2335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PlaceHolder 5"/>
          <p:cNvSpPr>
            <a:spLocks noGrp="1"/>
          </p:cNvSpPr>
          <p:nvPr>
            <p:ph type="dt" idx="48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317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318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319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0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1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2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3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4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5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6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677160" y="1131120"/>
            <a:ext cx="859464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ftr" idx="49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PlaceHolder 4"/>
          <p:cNvSpPr>
            <a:spLocks noGrp="1"/>
          </p:cNvSpPr>
          <p:nvPr>
            <p:ph type="sldNum" idx="50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6C26B39-3C31-4814-84F5-A0F00091F4E2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PlaceHolder 5"/>
          <p:cNvSpPr>
            <a:spLocks noGrp="1"/>
          </p:cNvSpPr>
          <p:nvPr>
            <p:ph type="dt" idx="51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335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336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337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8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9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0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1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2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3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4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677160" y="993960"/>
            <a:ext cx="859464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ftr" idx="52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PlaceHolder 4"/>
          <p:cNvSpPr>
            <a:spLocks noGrp="1"/>
          </p:cNvSpPr>
          <p:nvPr>
            <p:ph type="sldNum" idx="53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DA1FFF4-1003-4470-9740-A729BD6A678D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PlaceHolder 5"/>
          <p:cNvSpPr>
            <a:spLocks noGrp="1"/>
          </p:cNvSpPr>
          <p:nvPr>
            <p:ph type="dt" idx="54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2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353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354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355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6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7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8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9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0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1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2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677160" y="993960"/>
            <a:ext cx="8594640" cy="54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ftr" idx="55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PlaceHolder 4"/>
          <p:cNvSpPr>
            <a:spLocks noGrp="1"/>
          </p:cNvSpPr>
          <p:nvPr>
            <p:ph type="sldNum" idx="56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1E87A91-9DFB-44D9-868A-6EB041B03594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PlaceHolder 5"/>
          <p:cNvSpPr>
            <a:spLocks noGrp="1"/>
          </p:cNvSpPr>
          <p:nvPr>
            <p:ph type="dt" idx="57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371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372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373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4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5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6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7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8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9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0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ftr" idx="58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PlaceHolder 4"/>
          <p:cNvSpPr>
            <a:spLocks noGrp="1"/>
          </p:cNvSpPr>
          <p:nvPr>
            <p:ph type="sldNum" idx="59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1A830E5-34F3-455F-8CC2-E2A039CE4899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PlaceHolder 5"/>
          <p:cNvSpPr>
            <a:spLocks noGrp="1"/>
          </p:cNvSpPr>
          <p:nvPr>
            <p:ph type="dt" idx="60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8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389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390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391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2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3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4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5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6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7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8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99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ftr" idx="61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PlaceHolder 4"/>
          <p:cNvSpPr>
            <a:spLocks noGrp="1"/>
          </p:cNvSpPr>
          <p:nvPr>
            <p:ph type="sldNum" idx="62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84E8E0C-9614-4732-9FCB-EFD38EEA0962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PlaceHolder 5"/>
          <p:cNvSpPr>
            <a:spLocks noGrp="1"/>
          </p:cNvSpPr>
          <p:nvPr>
            <p:ph type="dt" idx="63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2"/>
    <p:sldLayoutId id="2147483692" r:id="rId3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7" name="Group 6"/>
          <p:cNvGrpSpPr/>
          <p:nvPr/>
        </p:nvGrpSpPr>
        <p:grpSpPr>
          <a:xfrm>
            <a:off x="0" y="-8640"/>
            <a:ext cx="12190320" cy="6868440"/>
            <a:chOff x="0" y="-8640"/>
            <a:chExt cx="12190320" cy="6868440"/>
          </a:xfrm>
        </p:grpSpPr>
        <p:cxnSp>
          <p:nvCxnSpPr>
            <p:cNvPr id="438" name="Straight Connector 19"/>
            <p:cNvCxnSpPr/>
            <p:nvPr/>
          </p:nvCxnSpPr>
          <p:spPr>
            <a:xfrm>
              <a:off x="9370800" y="0"/>
              <a:ext cx="1221480" cy="6860160"/>
            </a:xfrm>
            <a:prstGeom prst="straightConnector1">
              <a:avLst/>
            </a:prstGeom>
            <a:ln cap="rnd" w="9360">
              <a:solidFill>
                <a:srgbClr val="BFBFBF"/>
              </a:solidFill>
              <a:round/>
            </a:ln>
          </p:spPr>
        </p:cxnSp>
        <p:cxnSp>
          <p:nvCxnSpPr>
            <p:cNvPr id="439" name="Straight Connector 20"/>
            <p:cNvCxnSpPr/>
            <p:nvPr/>
          </p:nvCxnSpPr>
          <p:spPr>
            <a:xfrm flipH="1">
              <a:off x="7425000" y="3681360"/>
              <a:ext cx="4765680" cy="3178800"/>
            </a:xfrm>
            <a:prstGeom prst="straightConnector1">
              <a:avLst/>
            </a:prstGeom>
            <a:ln cap="rnd" w="9360">
              <a:solidFill>
                <a:srgbClr val="D9D9D9"/>
              </a:solidFill>
              <a:round/>
            </a:ln>
          </p:spPr>
        </p:cxnSp>
        <p:sp>
          <p:nvSpPr>
            <p:cNvPr id="440" name="Rectangle 23"/>
            <p:cNvSpPr/>
            <p:nvPr/>
          </p:nvSpPr>
          <p:spPr>
            <a:xfrm>
              <a:off x="9181440" y="-8640"/>
              <a:ext cx="3005280" cy="6864480"/>
            </a:xfrm>
            <a:custGeom>
              <a:avLst/>
              <a:gdLst>
                <a:gd name="textAreaLeft" fmla="*/ 0 w 3005280"/>
                <a:gd name="textAreaRight" fmla="*/ 3007440 w 3005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1" name="Rectangle 25"/>
            <p:cNvSpPr/>
            <p:nvPr/>
          </p:nvSpPr>
          <p:spPr>
            <a:xfrm>
              <a:off x="9603360" y="-8640"/>
              <a:ext cx="2586240" cy="6864480"/>
            </a:xfrm>
            <a:custGeom>
              <a:avLst/>
              <a:gdLst>
                <a:gd name="textAreaLeft" fmla="*/ 0 w 2586240"/>
                <a:gd name="textAreaRight" fmla="*/ 2588400 w 258624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2" name="Isosceles Triangle 23"/>
            <p:cNvSpPr/>
            <p:nvPr/>
          </p:nvSpPr>
          <p:spPr>
            <a:xfrm>
              <a:off x="8932320" y="3048120"/>
              <a:ext cx="3257640" cy="38077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3" name="Rectangle 27"/>
            <p:cNvSpPr/>
            <p:nvPr/>
          </p:nvSpPr>
          <p:spPr>
            <a:xfrm>
              <a:off x="9334440" y="-8640"/>
              <a:ext cx="2852280" cy="6864480"/>
            </a:xfrm>
            <a:custGeom>
              <a:avLst/>
              <a:gdLst>
                <a:gd name="textAreaLeft" fmla="*/ 0 w 2852280"/>
                <a:gd name="textAreaRight" fmla="*/ 2854440 w 28522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4" name="Rectangle 28"/>
            <p:cNvSpPr/>
            <p:nvPr/>
          </p:nvSpPr>
          <p:spPr>
            <a:xfrm>
              <a:off x="10898640" y="-8640"/>
              <a:ext cx="1288080" cy="6864480"/>
            </a:xfrm>
            <a:custGeom>
              <a:avLst/>
              <a:gdLst>
                <a:gd name="textAreaLeft" fmla="*/ 0 w 1288080"/>
                <a:gd name="textAreaRight" fmla="*/ 1290240 w 128808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5" name="Rectangle 29"/>
            <p:cNvSpPr/>
            <p:nvPr/>
          </p:nvSpPr>
          <p:spPr>
            <a:xfrm>
              <a:off x="10938960" y="-8640"/>
              <a:ext cx="1247760" cy="6864480"/>
            </a:xfrm>
            <a:custGeom>
              <a:avLst/>
              <a:gdLst>
                <a:gd name="textAreaLeft" fmla="*/ 0 w 1247760"/>
                <a:gd name="textAreaRight" fmla="*/ 1249920 w 1247760"/>
                <a:gd name="textAreaTop" fmla="*/ 0 h 6864480"/>
                <a:gd name="textAreaBottom" fmla="*/ 6866640 h 6864480"/>
              </a:gdLst>
              <a:ahLst/>
              <a:cxn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6" name="Isosceles Triangle 27"/>
            <p:cNvSpPr/>
            <p:nvPr/>
          </p:nvSpPr>
          <p:spPr>
            <a:xfrm>
              <a:off x="10371600" y="3589920"/>
              <a:ext cx="1815120" cy="32659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7" name="Isosceles Triangle 28"/>
            <p:cNvSpPr/>
            <p:nvPr/>
          </p:nvSpPr>
          <p:spPr>
            <a:xfrm>
              <a:off x="0" y="4013280"/>
              <a:ext cx="446400" cy="28425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 w="12600"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48" name="PlaceHolder 1"/>
          <p:cNvSpPr>
            <a:spLocks noGrp="1"/>
          </p:cNvSpPr>
          <p:nvPr>
            <p:ph type="title"/>
          </p:nvPr>
        </p:nvSpPr>
        <p:spPr>
          <a:xfrm>
            <a:off x="677160" y="933480"/>
            <a:ext cx="85946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4640" cy="387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ftr" idx="70"/>
          </p:nvPr>
        </p:nvSpPr>
        <p:spPr>
          <a:xfrm>
            <a:off x="677160" y="6041520"/>
            <a:ext cx="62953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PlaceHolder 4"/>
          <p:cNvSpPr>
            <a:spLocks noGrp="1"/>
          </p:cNvSpPr>
          <p:nvPr>
            <p:ph type="sldNum" idx="71"/>
          </p:nvPr>
        </p:nvSpPr>
        <p:spPr>
          <a:xfrm>
            <a:off x="8590680" y="6041520"/>
            <a:ext cx="6811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8C0B9E2-79B9-47C3-BC1E-753D31F6B391}" type="slidenum">
              <a:rPr lang="en-IN" sz="900" b="0" u="none" strike="noStrike">
                <a:solidFill>
                  <a:schemeClr val="accent1"/>
                </a:solidFill>
                <a:effectLst/>
                <a:uFillTx/>
                <a:latin typeface="Trebuchet MS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PlaceHolder 5"/>
          <p:cNvSpPr>
            <a:spLocks noGrp="1"/>
          </p:cNvSpPr>
          <p:nvPr>
            <p:ph type="dt" idx="72"/>
          </p:nvPr>
        </p:nvSpPr>
        <p:spPr>
          <a:xfrm>
            <a:off x="7205040" y="6041520"/>
            <a:ext cx="90972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2"/>
    <p:sldLayoutId id="2147483695" r:id="rId3"/>
    <p:sldLayoutId id="2147483696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2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6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PlaceHolder 1"/>
          <p:cNvSpPr>
            <a:spLocks noGrp="1"/>
          </p:cNvSpPr>
          <p:nvPr>
            <p:ph type="title"/>
          </p:nvPr>
        </p:nvSpPr>
        <p:spPr>
          <a:xfrm>
            <a:off x="914400" y="-267120"/>
            <a:ext cx="8227800" cy="1865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200" b="1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Trebuchet MS"/>
              </a:rPr>
              <a:t>Minimal Linux Distribution for Cybersecurity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PlaceHolder 2"/>
          <p:cNvSpPr/>
          <p:nvPr/>
        </p:nvSpPr>
        <p:spPr>
          <a:xfrm>
            <a:off x="2286000" y="2286000"/>
            <a:ext cx="8498520" cy="282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 TEAM MEMBERS :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SRIDHARAN. T               ( 620822205302 )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PRAVEEN RAJ. G             ( 620822205078 )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SHANMUGA SRILAN. T ( 620822205097 )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	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MUGILAN. K                   ( 620822205066 )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 GUIDE : Mrs. P. KARTHIKAYINI, AP/IT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title"/>
          </p:nvPr>
        </p:nvSpPr>
        <p:spPr>
          <a:xfrm>
            <a:off x="228600" y="51480"/>
            <a:ext cx="8594640" cy="131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Objective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PlaceHolder 3"/>
          <p:cNvSpPr/>
          <p:nvPr/>
        </p:nvSpPr>
        <p:spPr>
          <a:xfrm>
            <a:off x="549360" y="1143000"/>
            <a:ext cx="8593200" cy="44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The primary objectives of the Cogman framework are: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To design a fully metadata-driven package system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To replace traditional package managers with a controlled assistant-based workflow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To ensure deterministic, repeatable builds for all system components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To support secure toolchain bootstrapping from first principles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To provide a clean foundation for penetration-testing distributions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To enable future expansion toward AI-assisted security tooling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title"/>
          </p:nvPr>
        </p:nvSpPr>
        <p:spPr>
          <a:xfrm>
            <a:off x="340560" y="0"/>
            <a:ext cx="8254080" cy="131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Existing System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Rectangle 3"/>
          <p:cNvSpPr/>
          <p:nvPr/>
        </p:nvSpPr>
        <p:spPr>
          <a:xfrm>
            <a:off x="379440" y="3570120"/>
            <a:ext cx="34999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DejaVu Sans"/>
              </a:rPr>
              <a:t>Disadvantage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PlaceHolder 4"/>
          <p:cNvSpPr/>
          <p:nvPr/>
        </p:nvSpPr>
        <p:spPr>
          <a:xfrm>
            <a:off x="834840" y="727920"/>
            <a:ext cx="8078760" cy="269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Most existing Linux distributions use package managers such as APT, DNF, or Pacman. These systems rely on: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Prebuilt binary packages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Centralized repositories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Complex dependency solvers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Implicit trust in upstream maintainers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Content Placeholder 1"/>
          <p:cNvSpPr/>
          <p:nvPr/>
        </p:nvSpPr>
        <p:spPr>
          <a:xfrm>
            <a:off x="685800" y="4156920"/>
            <a:ext cx="8078760" cy="269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Lack of full visibility into build processes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Difficult to reproduce identical systems across machines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High dependency bloat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Limited isolation between build and runtime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Security tools often introduce unnecessary attack surface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43560" y="156240"/>
            <a:ext cx="8594640" cy="131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Proposed System :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Rectangle 4"/>
          <p:cNvSpPr/>
          <p:nvPr/>
        </p:nvSpPr>
        <p:spPr>
          <a:xfrm>
            <a:off x="184680" y="3560400"/>
            <a:ext cx="31204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DejaVu Sans"/>
              </a:rPr>
              <a:t>Advantage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PlaceHolder 5"/>
          <p:cNvSpPr/>
          <p:nvPr/>
        </p:nvSpPr>
        <p:spPr>
          <a:xfrm>
            <a:off x="685800" y="946080"/>
            <a:ext cx="8593200" cy="270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Cogman introduces a metadata-centric and assistant-driven architecture where every package is explicitly defined by structured configuration files. Instead of installing packages directly into the system, Cogman enforces a staged workflow: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Source acquisition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Controlled build lifecycle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Isolated package root installation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Content Placeholder 3"/>
          <p:cNvSpPr/>
          <p:nvPr/>
        </p:nvSpPr>
        <p:spPr>
          <a:xfrm>
            <a:off x="685800" y="4207680"/>
            <a:ext cx="8593200" cy="264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Complete transparency of build and install steps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Deterministic and reproducible builds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Strong separation between build, package, and system root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Fine-grained dependency verification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Improved system security and auditability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195840" y="111960"/>
            <a:ext cx="8839800" cy="131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SYSTEM ARCHITECTURE/FLOW DIAGRAM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"/>
          <p:cNvSpPr/>
          <p:nvPr/>
        </p:nvSpPr>
        <p:spPr>
          <a:xfrm>
            <a:off x="3873600" y="2184840"/>
            <a:ext cx="3426840" cy="4550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  <a:ea typeface="DejaVu Sans"/>
              </a:rPr>
              <a:t>Package Metadat Layer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"/>
          <p:cNvSpPr/>
          <p:nvPr/>
        </p:nvSpPr>
        <p:spPr>
          <a:xfrm>
            <a:off x="3886200" y="3099240"/>
            <a:ext cx="3426840" cy="4550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Noto Serif"/>
                <a:ea typeface="DejaVu Sans"/>
              </a:rPr>
              <a:t>Schema Verification Layer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"/>
          <p:cNvSpPr/>
          <p:nvPr/>
        </p:nvSpPr>
        <p:spPr>
          <a:xfrm>
            <a:off x="3886200" y="4013640"/>
            <a:ext cx="3426840" cy="4550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  <a:ea typeface="DejaVu Sans"/>
              </a:rPr>
              <a:t>Cogman build engine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"/>
          <p:cNvSpPr/>
          <p:nvPr/>
        </p:nvSpPr>
        <p:spPr>
          <a:xfrm>
            <a:off x="3886200" y="4928040"/>
            <a:ext cx="3426840" cy="4550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  <a:ea typeface="DejaVu Sans"/>
              </a:rPr>
              <a:t>Package rootinstall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"/>
          <p:cNvSpPr/>
          <p:nvPr/>
        </p:nvSpPr>
        <p:spPr>
          <a:xfrm>
            <a:off x="5486400" y="4470840"/>
            <a:ext cx="226440" cy="4550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83" name=""/>
          <p:cNvSpPr/>
          <p:nvPr/>
        </p:nvSpPr>
        <p:spPr>
          <a:xfrm>
            <a:off x="5486400" y="2642040"/>
            <a:ext cx="226440" cy="4550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84" name=""/>
          <p:cNvSpPr/>
          <p:nvPr/>
        </p:nvSpPr>
        <p:spPr>
          <a:xfrm>
            <a:off x="5486400" y="3556440"/>
            <a:ext cx="226440" cy="4550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85" name=""/>
          <p:cNvSpPr/>
          <p:nvPr/>
        </p:nvSpPr>
        <p:spPr>
          <a:xfrm>
            <a:off x="5486400" y="1727640"/>
            <a:ext cx="226440" cy="4550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sp>
        <p:nvSpPr>
          <p:cNvPr id="486" name=""/>
          <p:cNvSpPr/>
          <p:nvPr/>
        </p:nvSpPr>
        <p:spPr>
          <a:xfrm>
            <a:off x="3886200" y="1371600"/>
            <a:ext cx="3426840" cy="4550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  <a:ea typeface="DejaVu Sans"/>
              </a:rPr>
              <a:t>Cogman Assistant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"/>
          <p:cNvSpPr/>
          <p:nvPr/>
        </p:nvSpPr>
        <p:spPr>
          <a:xfrm>
            <a:off x="3886200" y="5943600"/>
            <a:ext cx="3426840" cy="4550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erif"/>
                <a:ea typeface="DejaVu Sans"/>
              </a:rPr>
              <a:t>Rootfs Deployment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"/>
          <p:cNvSpPr/>
          <p:nvPr/>
        </p:nvSpPr>
        <p:spPr>
          <a:xfrm>
            <a:off x="5462640" y="5487120"/>
            <a:ext cx="226440" cy="4550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/>
          </p:cNvSpPr>
          <p:nvPr>
            <p:ph type="title"/>
          </p:nvPr>
        </p:nvSpPr>
        <p:spPr>
          <a:xfrm>
            <a:off x="43560" y="156240"/>
            <a:ext cx="8594640" cy="131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PlaceHolder 2"/>
          <p:cNvSpPr>
            <a:spLocks noGrp="1"/>
          </p:cNvSpPr>
          <p:nvPr>
            <p:ph/>
          </p:nvPr>
        </p:nvSpPr>
        <p:spPr>
          <a:xfrm>
            <a:off x="266400" y="205560"/>
            <a:ext cx="8594640" cy="619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p>
            <a:pPr marL="343080" indent="-343080" algn="just" defTabSz="4572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z="144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Modules :</a:t>
            </a:r>
            <a:endParaRPr lang="en-US" sz="1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 defTabSz="457200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Rectangle 4"/>
          <p:cNvSpPr/>
          <p:nvPr/>
        </p:nvSpPr>
        <p:spPr>
          <a:xfrm>
            <a:off x="275760" y="3599280"/>
            <a:ext cx="30297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DejaVu Sans"/>
              </a:rPr>
              <a:t>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Content Placeholder 5"/>
          <p:cNvSpPr/>
          <p:nvPr/>
        </p:nvSpPr>
        <p:spPr>
          <a:xfrm>
            <a:off x="677880" y="1371960"/>
            <a:ext cx="8593200" cy="415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Metadata Loader and Verifier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Assistant-Based Command Interface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Builder and Toolchain Manager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Package Root Manager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System Deployment Manager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6"/>
          <p:cNvSpPr/>
          <p:nvPr/>
        </p:nvSpPr>
        <p:spPr>
          <a:xfrm>
            <a:off x="282960" y="156600"/>
            <a:ext cx="977472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MODULE 1</a:t>
            </a: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: </a:t>
            </a:r>
            <a:r>
              <a:rPr lang="en-US" sz="32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Noto Sans"/>
              </a:rPr>
              <a:t>Metadata Loader and Verifier</a:t>
            </a:r>
            <a:br>
              <a:rPr sz="3200"/>
            </a:b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PlaceHolder 7"/>
          <p:cNvSpPr/>
          <p:nvPr/>
        </p:nvSpPr>
        <p:spPr>
          <a:xfrm>
            <a:off x="549000" y="1143000"/>
            <a:ext cx="8593200" cy="548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Purpose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Handles secure loading, validation, and integrity verification of system and package metadata.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Core Responsibilities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Parse structured metadata ( TOML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Verify cryptographic signatures ( SHA-256 )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Validate schema and version compatibility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Detect tampering and corruption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Cache verified metadata securely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Key Features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Pluggable verification backends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Schema evolution support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Trust-chain validation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Deterministic parsing for reproducibility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3"/>
          <p:cNvSpPr/>
          <p:nvPr/>
        </p:nvSpPr>
        <p:spPr>
          <a:xfrm>
            <a:off x="282960" y="156600"/>
            <a:ext cx="977472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3600" b="1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MODULE 2</a:t>
            </a:r>
            <a:r>
              <a:rPr lang="en-IN" sz="3600" b="0" u="none" strike="noStrike">
                <a:solidFill>
                  <a:schemeClr val="dk1"/>
                </a:solidFill>
                <a:effectLst/>
                <a:uFillTx/>
                <a:latin typeface="Trebuchet MS"/>
                <a:ea typeface="Noto Sans"/>
              </a:rPr>
              <a:t>: </a:t>
            </a:r>
            <a:r>
              <a:rPr lang="en-US" sz="2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Noto Sans"/>
              </a:rPr>
              <a:t>Assistant-Based Command Interface</a:t>
            </a:r>
            <a:br>
              <a:rPr sz="2800"/>
            </a:b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PlaceHolder 14"/>
          <p:cNvSpPr/>
          <p:nvPr/>
        </p:nvSpPr>
        <p:spPr>
          <a:xfrm>
            <a:off x="549000" y="1143000"/>
            <a:ext cx="8593200" cy="548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92500" lnSpcReduction="9999"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Purpose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Natural language or structured assistant interface to control system operations.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Core Responsibilities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Parse user intent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Convert intent into validated system commands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Enforce permission boundaries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Provide contextual feedback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Maintain command audit logs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Key Features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AI-assisted task translation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Safe command sandboxing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0"/>
          <p:cNvSpPr/>
          <p:nvPr/>
        </p:nvSpPr>
        <p:spPr>
          <a:xfrm>
            <a:off x="282960" y="156600"/>
            <a:ext cx="103755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40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Noto Sans"/>
              </a:rPr>
              <a:t>Module 3</a:t>
            </a:r>
            <a:r>
              <a:rPr lang="en-IN" sz="28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Noto Sans"/>
              </a:rPr>
              <a:t>: </a:t>
            </a:r>
            <a:r>
              <a:rPr lang="en-US" sz="32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Builder and Toolchain Manager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PlaceHolder 11"/>
          <p:cNvSpPr/>
          <p:nvPr/>
        </p:nvSpPr>
        <p:spPr>
          <a:xfrm>
            <a:off x="549000" y="1143000"/>
            <a:ext cx="8593200" cy="548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Purpose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Manages compilation, dependency resolution, and reproducible builds.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Core Responsibilities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Toolchain version control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Dependency graph resolution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Cross-compilation support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Incremental builds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Artifact hashing and verification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Key Features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Deterministic builds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Build cache optimization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Environment isolation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8"/>
          <p:cNvSpPr/>
          <p:nvPr/>
        </p:nvSpPr>
        <p:spPr>
          <a:xfrm>
            <a:off x="282960" y="156600"/>
            <a:ext cx="103755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40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Noto Sans"/>
              </a:rPr>
              <a:t>Module 4</a:t>
            </a:r>
            <a:r>
              <a:rPr lang="en-IN" sz="28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Noto Sans"/>
              </a:rPr>
              <a:t>: </a:t>
            </a:r>
            <a:r>
              <a:rPr lang="en-US" sz="32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Package Root Manager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PlaceHolder 9"/>
          <p:cNvSpPr/>
          <p:nvPr/>
        </p:nvSpPr>
        <p:spPr>
          <a:xfrm>
            <a:off x="549000" y="1143000"/>
            <a:ext cx="8593200" cy="548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Manages isolated package root installation at /mnt/rogue/pkgroot.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Each package installs into its own subdirectory namespace — no cross-contamination.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Prevents build artifacts from one package interfering with another's installation.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Supports staged installation: package root built before merging into system root.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Rollback capability: remove a package by deleting its pkgroot subdirectory tree.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Package manifest (pkg_manifest.txt) tracks all installed components with hashes.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Validates installation completeness: all expected files present and hash-verified.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Foundation for clean rootfs assembly — packages aggregated deterministically.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5"/>
          <p:cNvSpPr/>
          <p:nvPr/>
        </p:nvSpPr>
        <p:spPr>
          <a:xfrm>
            <a:off x="282960" y="156600"/>
            <a:ext cx="103755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40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Noto Sans"/>
              </a:rPr>
              <a:t>Module 4</a:t>
            </a:r>
            <a:r>
              <a:rPr lang="en-IN" sz="28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Noto Sans"/>
              </a:rPr>
              <a:t>: </a:t>
            </a:r>
            <a:r>
              <a:rPr lang="en-US" sz="32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Implementation Details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PlaceHolder 16"/>
          <p:cNvSpPr/>
          <p:nvPr/>
        </p:nvSpPr>
        <p:spPr>
          <a:xfrm>
            <a:off x="549000" y="1143000"/>
            <a:ext cx="8593200" cy="548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Directory Structure: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 /mnt/rogue/pkgroot/{package-name}/{bin, lib, share, include} — per-package namespacing.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base-files, busybox installed into pkgroot/base-files/, pkgroot/busybox/ respectively.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linux-headers in pkgroot/linux-headers/ for toolchain packages.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Installation via cogman-exec (C11):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Executor reads .plan steps: op=MKDIR, op=COPY_FILE, op=SYMLINK.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mkdir(pkgroot/{name}/{dir}) creates isolated namespace before file copy.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SHA-256 of each installed file verified against plan metadata hash.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On hash mismatch: executor fails-fast with error code 1 — no partial install.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Manifest Tracking: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pkg_manifest.txt updated after each successful package install.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Entry format: package_name | version | install_path | artifact_hash.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148+ packages tracked in current manifest (pkg_manifest.txt).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7"/>
          <p:cNvSpPr/>
          <p:nvPr/>
        </p:nvSpPr>
        <p:spPr>
          <a:xfrm>
            <a:off x="282960" y="156600"/>
            <a:ext cx="103755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40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Noto Sans"/>
              </a:rPr>
              <a:t>Module 5: System Deployment Manager</a:t>
            </a:r>
            <a:r>
              <a:rPr lang="en-IN" sz="28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Noto Sans"/>
              </a:rPr>
              <a:t>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PlaceHolder 18"/>
          <p:cNvSpPr/>
          <p:nvPr/>
        </p:nvSpPr>
        <p:spPr>
          <a:xfrm>
            <a:off x="549000" y="1143000"/>
            <a:ext cx="8593200" cy="548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Orchestrates final rootfs assembly by merging isolated package roots into system tree.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Validates system completeness before deployment using pre-rootfs checklist.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Merges pkgroot/{package}/* into unified /mnt/rogue/rootfs/ directory tree.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Generates bootable ISO image from completed rootfs using standard Linux tools.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Supports deterministic rebuilds: same metadata → identical rootfs every time.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Pre-rootfs checklist (PRE-ROOTFS-CHECKLIST.md) validates all components present.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Handles symlinks, permissions, and file modes during merge phase.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Final ISO verified against expected size and checksum before distribution.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9"/>
          <p:cNvSpPr/>
          <p:nvPr/>
        </p:nvSpPr>
        <p:spPr>
          <a:xfrm>
            <a:off x="282960" y="156600"/>
            <a:ext cx="103755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40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Noto Sans"/>
              </a:rPr>
              <a:t>Module 5: Implementation Details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PlaceHolder 20"/>
          <p:cNvSpPr/>
          <p:nvPr/>
        </p:nvSpPr>
        <p:spPr>
          <a:xfrm>
            <a:off x="549000" y="1143000"/>
            <a:ext cx="8593200" cy="548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Deployment Pipeline: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 Step 1: Validate all packages in pkg_manifest.txt are present in pkgroot.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Step 2: Run pre-rootfs checklist: required binaries, init, kernel, bootloader.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Step 3: Merge pkgroot/* → rootfs/ using cogman-exec MERGE_ROOT step.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Step 4: Configure system: /etc/passwd, /etc/group, hostname, fstab.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Step 5: Generate initramfs from rootfs using cpio + gzip.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Step 6: Package bootable ISO: syslinux/ISOLINUX + kernel + initramfs.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Cogman Integration: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cogman deploy command triggers planner to generate deployment.plan.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Planner validates all dependencies resolved before generating deploy steps.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Executor processes merge steps: COPY_TREE, APPLY_PERMS, CREATE_SYMLINK.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Verification: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SHA-256 checksum of final ISO computed and logged to build artifacts.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alibri"/>
                <a:ea typeface="DejaVu Sans"/>
              </a:rPr>
              <a:t>ISO tested in QEMU environment before release signing.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buClr>
                <a:srgbClr val="90C226"/>
              </a:buClr>
              <a:buSzPct val="80000"/>
              <a:buFont typeface="Wingdings 3" charset="2"/>
              <a:buChar char=""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21"/>
          <p:cNvSpPr/>
          <p:nvPr/>
        </p:nvSpPr>
        <p:spPr>
          <a:xfrm>
            <a:off x="282960" y="156600"/>
            <a:ext cx="103755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40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Noto Sans"/>
              </a:rPr>
              <a:t>Screenshot: Source code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8" name=""/>
          <p:cNvPicPr/>
          <p:nvPr/>
        </p:nvPicPr>
        <p:blipFill>
          <a:blip r:embed="rId1"/>
          <a:stretch/>
        </p:blipFill>
        <p:spPr>
          <a:xfrm>
            <a:off x="685800" y="1143000"/>
            <a:ext cx="3886200" cy="280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9" name=""/>
          <p:cNvPicPr/>
          <p:nvPr/>
        </p:nvPicPr>
        <p:blipFill>
          <a:blip r:embed="rId2"/>
          <a:stretch/>
        </p:blipFill>
        <p:spPr>
          <a:xfrm>
            <a:off x="4800600" y="1143000"/>
            <a:ext cx="3886200" cy="280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0" name=""/>
          <p:cNvPicPr/>
          <p:nvPr/>
        </p:nvPicPr>
        <p:blipFill>
          <a:blip r:embed="rId3"/>
          <a:stretch/>
        </p:blipFill>
        <p:spPr>
          <a:xfrm>
            <a:off x="685800" y="4114800"/>
            <a:ext cx="3874680" cy="2514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1" name=""/>
          <p:cNvPicPr/>
          <p:nvPr/>
        </p:nvPicPr>
        <p:blipFill>
          <a:blip r:embed="rId4"/>
          <a:stretch/>
        </p:blipFill>
        <p:spPr>
          <a:xfrm>
            <a:off x="4800600" y="4114800"/>
            <a:ext cx="3886200" cy="2514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22"/>
          <p:cNvSpPr/>
          <p:nvPr/>
        </p:nvSpPr>
        <p:spPr>
          <a:xfrm>
            <a:off x="282960" y="156600"/>
            <a:ext cx="103755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IN" sz="4000" b="1" u="none" strike="noStrike">
                <a:solidFill>
                  <a:srgbClr val="000000"/>
                </a:solidFill>
                <a:effectLst/>
                <a:uFillTx/>
                <a:latin typeface="Trebuchet MS"/>
                <a:ea typeface="Noto Sans"/>
              </a:rPr>
              <a:t>Screenshot: UI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3" name=""/>
          <p:cNvPicPr/>
          <p:nvPr/>
        </p:nvPicPr>
        <p:blipFill>
          <a:blip r:embed="rId1"/>
          <a:stretch/>
        </p:blipFill>
        <p:spPr>
          <a:xfrm>
            <a:off x="1143000" y="1371600"/>
            <a:ext cx="8001000" cy="4363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/>
          </p:cNvSpPr>
          <p:nvPr>
            <p:ph type="title"/>
          </p:nvPr>
        </p:nvSpPr>
        <p:spPr>
          <a:xfrm>
            <a:off x="74520" y="156240"/>
            <a:ext cx="8594640" cy="131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rebuchet MS"/>
              </a:rPr>
              <a:t>Conclusion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Cloud Callout 3"/>
          <p:cNvSpPr/>
          <p:nvPr/>
        </p:nvSpPr>
        <p:spPr>
          <a:xfrm>
            <a:off x="2986560" y="5048640"/>
            <a:ext cx="4657320" cy="1272240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lt1"/>
          </a:solidFill>
          <a:ln cap="rnd" w="19080">
            <a:solidFill>
              <a:srgbClr val="90C2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rebuchet MS"/>
                <a:ea typeface="DejaVu Sans"/>
              </a:rPr>
              <a:t>THANK YOU 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PlaceHolder 12"/>
          <p:cNvSpPr/>
          <p:nvPr/>
        </p:nvSpPr>
        <p:spPr>
          <a:xfrm>
            <a:off x="665640" y="857160"/>
            <a:ext cx="8593200" cy="444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Cogman demonstrates a new approach to building security-focused Linux distributions by prioritizing transparency, control, and reproducibility. By replacing traditional package managers with a metadata-driven assistant framework, Cogman provides a strong foundation for secure penetration-testing environments.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The system not only improves trust and auditability but also opens the door for future enhancements such as AI-assisted security analysis, automated hardening, and dynamic toolchain optimization.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Trebuchet MS"/>
                <a:ea typeface="DejaVu Sans"/>
              </a:rPr>
              <a:t>Cogman represents a significant step toward next-generation security operating systems.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2309</TotalTime>
  <Application>LibreOffice/26.2.1.2$Linux_X86_64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2024-12-13T12:01:40Z</dcterms:created>
  <dc:creator>vishalrameshv13@gmail.com</dc:creator>
  <dc:description/>
  <dc:language>en-US</dc:language>
  <cp:lastModifiedBy/>
  <cp:lastPrinted>2026-02-24T10:18:30Z</cp:lastPrinted>
  <dcterms:modified xsi:type="dcterms:W3CDTF">2026-04-05T16:51:24Z</dcterms:modified>
  <cp:revision>18</cp:revision>
  <dc:subject/>
  <dc:title>INVEST MATCH AI CLOUD BASED   STARTUP AND INVESTOR   MATCHING PLATFORM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</vt:r8>
  </property>
  <property fmtid="{D5CDD505-2E9C-101B-9397-08002B2CF9AE}" pid="3" name="PresentationFormat">
    <vt:lpwstr>Widescreen</vt:lpwstr>
  </property>
  <property fmtid="{D5CDD505-2E9C-101B-9397-08002B2CF9AE}" pid="4" name="Slides">
    <vt:r8>13</vt:r8>
  </property>
</Properties>
</file>