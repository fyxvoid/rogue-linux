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4.xml" ContentType="application/vnd.openxmlformats-officedocument.theme+xml"/>
  <Override PartName="/ppt/theme/theme2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  <p:sldMasterId id="2147483666" r:id="rId5"/>
    <p:sldMasterId id="2147483668" r:id="rId6"/>
    <p:sldMasterId id="214748367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5.xml"/><Relationship Id="rId5" Type="http://schemas.openxmlformats.org/officeDocument/2006/relationships/slideMaster" Target="slideMasters/slideMaster16.xml"/><Relationship Id="rId6" Type="http://schemas.openxmlformats.org/officeDocument/2006/relationships/slideMaster" Target="slideMasters/slideMaster17.xml"/><Relationship Id="rId7" Type="http://schemas.openxmlformats.org/officeDocument/2006/relationships/slideMaster" Target="slideMasters/slideMaster18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 type="dt" idx="6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7" name="PlaceHolder 5"/>
          <p:cNvSpPr>
            <a:spLocks noGrp="1"/>
          </p:cNvSpPr>
          <p:nvPr>
            <p:ph type="ftr" idx="6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8" name="PlaceHolder 6"/>
          <p:cNvSpPr>
            <a:spLocks noGrp="1"/>
          </p:cNvSpPr>
          <p:nvPr>
            <p:ph type="sldNum" idx="6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buNone/>
            </a:pPr>
            <a:fld id="{C6526CF0-8854-4FF4-88D1-A0F0AA232D7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42817D-7AC4-48F5-9F5F-4A48E8185A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FA6155-C815-41C6-A081-7BA9A55B1B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080" cy="12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240" cy="552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080" cy="258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CF7906-EFBD-4B97-9F34-C4CB487BB9D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49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50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1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2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3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4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5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6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7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8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53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5360" cy="38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5360" cy="67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D137854-3A4E-4D0E-96D0-E90FB160D5D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6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6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6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6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340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360" cy="156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1FFF8DE-961E-485E-A84B-706DEBFDF3C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8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8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8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9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9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2800" cy="302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040" cy="37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360" cy="156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ED08F0-9420-4901-B9F1-BFC1F0FBDD7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8" name="TextBox 19"/>
          <p:cNvSpPr/>
          <p:nvPr/>
        </p:nvSpPr>
        <p:spPr>
          <a:xfrm>
            <a:off x="541800" y="79020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8893080" y="288648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01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02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03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4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5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6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7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8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9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10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5360" cy="259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AD79D5-9EAD-4D65-B5F6-1FB3A2A227B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17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18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19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1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4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5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6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2800" cy="302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36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443EE54-A145-4174-845D-1413CED463C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3" name="TextBox 23"/>
          <p:cNvSpPr/>
          <p:nvPr/>
        </p:nvSpPr>
        <p:spPr>
          <a:xfrm>
            <a:off x="541800" y="79020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4" name="TextBox 24"/>
          <p:cNvSpPr/>
          <p:nvPr/>
        </p:nvSpPr>
        <p:spPr>
          <a:xfrm>
            <a:off x="8893080" y="288648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3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3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3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3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6720" cy="302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36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72A11A-B7F8-4EB9-ACE3-B76CB6075FB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53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4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55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56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57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58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59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60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61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62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92B448F-1BAE-4364-88E0-AA2399BCF85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69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70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71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2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3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4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5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6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7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8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200" cy="52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8880" cy="52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E1E382-4EDE-4E47-A694-5C1DE183FEE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85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86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87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88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89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0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1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2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3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4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5360" cy="18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85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0E19532-93DD-47EF-9C3D-66430FBCC24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01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02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03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4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5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6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7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8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10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248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248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45A913-C96C-44E1-A459-CACC5510A7A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18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19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20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1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2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3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4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5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6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7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428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4280" cy="330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428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4280" cy="330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5" name="PlaceHolder 8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F6A6800-96D9-4780-9E2D-58BCA7DA2FD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37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38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39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0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1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2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3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4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5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6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D1D5D2-CC9F-440A-8373-9C9F8944935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5B74010-A25C-4A55-A1C7-C836942009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2D6677BA-6FEC-47B9-8AAF-F3F7130698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D3C9D6DA-43E8-4468-9C03-78F98DB576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04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05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06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7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8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9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0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1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2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3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dt" idx="52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ftr" idx="53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 type="sldNum" idx="54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8900C5-F359-4B7B-8281-63C932385BB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20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21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06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7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8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9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0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1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2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3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dt" idx="55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 type="ftr" idx="56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6" name="PlaceHolder 5"/>
          <p:cNvSpPr>
            <a:spLocks noGrp="1"/>
          </p:cNvSpPr>
          <p:nvPr>
            <p:ph type="sldNum" idx="57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C5CE9D7-4212-4DB0-ABEC-B11F25668F9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28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29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30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1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2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3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4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5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6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7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338" name="PlaceHolder 1"/>
          <p:cNvSpPr>
            <a:spLocks noGrp="1"/>
          </p:cNvSpPr>
          <p:nvPr>
            <p:ph type="dt" idx="58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ftr" idx="59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60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20B64B7-EB61-4229-AA27-2FFD9181E0C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1440" y="-8640"/>
            <a:ext cx="12189240" cy="6867720"/>
            <a:chOff x="1440" y="-8640"/>
            <a:chExt cx="12189240" cy="686772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1440" y="1440"/>
              <a:ext cx="841320" cy="56646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1131840"/>
            <a:ext cx="8595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A7DB47E-1A2E-4AE3-88A9-DD89BB74778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1131840"/>
            <a:ext cx="8595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ftr" idx="43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4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142F37-535A-4E40-B2C5-09147986AFC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dt" idx="45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69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70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71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2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3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4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5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6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7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8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77160" y="1131840"/>
            <a:ext cx="8595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AFF8AC-F3E2-4F89-8643-6525E2C802C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dt" idx="48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8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8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8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8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dt" idx="49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ftr" idx="50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 type="sldNum" idx="51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1865CE-A676-4085-BAE3-68A73BF180F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  <p:sldLayoutId id="2147483672" r:id="rId3"/>
    <p:sldLayoutId id="214748367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1371600" y="301680"/>
            <a:ext cx="7693200" cy="106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Minimal Linux Distribution for Cybersecurity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subTitle"/>
          </p:nvPr>
        </p:nvSpPr>
        <p:spPr>
          <a:xfrm>
            <a:off x="2081880" y="2558520"/>
            <a:ext cx="8500680" cy="28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TEAM MEMBERS 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SRIDHARAN. T               ( 620822205302 )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PRAVEEN RAJ. G             ( 620822205078 )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SHANMUGA SRILAN. T (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620822205097 )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MUGILAN. K                   (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620822205066 )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GUIDE : MS. B. SARANYA, AP/IT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59536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Abstract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327960" y="914400"/>
            <a:ext cx="9272520" cy="571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Modern penetration-testing Linux distributions rely on large collections of security tools, complex dependency chains, and traditional package managers that were not designed with security-first or audit-driven workflows in mind.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These systems often lack transparency, deterministic builds, and fine-grained control over how software is built and deployed.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project presents  Rogue Linux , a metadata-driven build and package management framework designed specifically for secure and minimal Linux distributions used in penetration testing.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Cogman replaces traditional package managers with a structured assistant-controlled system where each package is described entirely through metadata, lifecycle definitions, and permissions.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By separating source, build, and deployment stages and enforcing strict verification before installation, Cogman enables reproducible builds, improved trust, and complete control over the operating system environment.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1800" y="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Introduction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333000" y="914400"/>
            <a:ext cx="9038520" cy="43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Linux-based penetration testing environments such as Kali Linux or Parrot OS provide powerful toolsets, but they inherit limitations from conventional package management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These systems are optimized for general-purpose operating systems rather than high-assurance security workflows.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Traditional package managers focus on convenience and speed rather than build determinism, isolation, and audibility.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For penetration testers and security researchers, this introduces risks such as hidden build flags, unknown patches, dependency ambiguity, and unnecessary system complexity.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Cogman is introduced as a ground-up rethinking of how a security-focused Linux distribution should be built, verified, and extended.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Instead of relying on opaque binaries and centralized package logic, Cogman adopts a transparent, metadata-first approach controlled by an intelligent assistant.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1800" y="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Problem Statement: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333000" y="914400"/>
            <a:ext cx="9038520" cy="43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Current Linux package management systems suffer from several critical limitations when applied to penetration-testing environments: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Package builds are opaque and difficult to audit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Dependency resolution is implicit and often uncontrolled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Toolchain builds rely heavily on host system assumptions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tools are installed directly into the system without strict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System reproducibility across machines is difficult to guarantee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These issues reduce trust, complicate forensic analysis, and make long-term maintenance of a secure distribution challenging.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677160" y="1143000"/>
            <a:ext cx="8595360" cy="443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primary objectives of the Cogman framework are: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design a fully metadata-driven package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replace traditional package managers with a controlled assistant-based workflow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ensure deterministic, repeatable builds for all system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support secure toolchain bootstrapping from first principles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provide a clean foundation for penetration-testing distributions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enable future expansion toward AI-assisted security tooling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480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750240" y="726480"/>
            <a:ext cx="8080920" cy="270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Most existing Linux distributions use package managers such as APT, DNF, or Pacman. These systems rely 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Prebuilt binary packages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repositories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Complex dependency solvers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Implicit trust in upstream maintainers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1" name="Rectangle 3"/>
          <p:cNvSpPr/>
          <p:nvPr/>
        </p:nvSpPr>
        <p:spPr>
          <a:xfrm>
            <a:off x="379440" y="3570120"/>
            <a:ext cx="35006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2" name="Content Placeholder 1"/>
          <p:cNvSpPr/>
          <p:nvPr/>
        </p:nvSpPr>
        <p:spPr>
          <a:xfrm>
            <a:off x="685800" y="4215960"/>
            <a:ext cx="8080920" cy="27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full visibility into build processes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Difficult to reproduce identical systems across machines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dependency bloat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isolation between build and runtime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tools often introduce unnecessary attack surface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791640" y="945000"/>
            <a:ext cx="8595360" cy="27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Cogman introduces a metadata-centric and assistant-driven architecture where every package is explicitly defined by structured configuration files. Instead of installing packages directly into the system, Cogman enforces a staged workflow: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Source acquisition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Controlled build lifecycle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Isolated package root installation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5" name="Rectangle 4"/>
          <p:cNvSpPr/>
          <p:nvPr/>
        </p:nvSpPr>
        <p:spPr>
          <a:xfrm>
            <a:off x="184680" y="3560400"/>
            <a:ext cx="31212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6" name="Content Placeholder 4"/>
          <p:cNvSpPr/>
          <p:nvPr/>
        </p:nvSpPr>
        <p:spPr>
          <a:xfrm>
            <a:off x="776880" y="4206960"/>
            <a:ext cx="8595360" cy="26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Complete transparency of build and install 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Deterministic and reproducible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Strong separation between build, package, and system 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Fine-grained dependency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Improved system security and auditability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0" y="20520"/>
            <a:ext cx="9600120" cy="89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 /FLOW DIAGRAM :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8" name=""/>
          <p:cNvSpPr/>
          <p:nvPr/>
        </p:nvSpPr>
        <p:spPr>
          <a:xfrm>
            <a:off x="3873600" y="218484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Package Metadat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9" name=""/>
          <p:cNvSpPr/>
          <p:nvPr/>
        </p:nvSpPr>
        <p:spPr>
          <a:xfrm>
            <a:off x="3886200" y="309924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Schema Verification Layer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0" name=""/>
          <p:cNvSpPr/>
          <p:nvPr/>
        </p:nvSpPr>
        <p:spPr>
          <a:xfrm>
            <a:off x="3886200" y="401364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Cogman build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3886200" y="492804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Package rootinstall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2" name=""/>
          <p:cNvSpPr/>
          <p:nvPr/>
        </p:nvSpPr>
        <p:spPr>
          <a:xfrm>
            <a:off x="5486400" y="4470840"/>
            <a:ext cx="227520" cy="456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3" name=""/>
          <p:cNvSpPr/>
          <p:nvPr/>
        </p:nvSpPr>
        <p:spPr>
          <a:xfrm>
            <a:off x="5486400" y="2642040"/>
            <a:ext cx="227520" cy="456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4" name=""/>
          <p:cNvSpPr/>
          <p:nvPr/>
        </p:nvSpPr>
        <p:spPr>
          <a:xfrm>
            <a:off x="5486400" y="3556440"/>
            <a:ext cx="227520" cy="456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5" name=""/>
          <p:cNvSpPr/>
          <p:nvPr/>
        </p:nvSpPr>
        <p:spPr>
          <a:xfrm>
            <a:off x="5486400" y="1727640"/>
            <a:ext cx="227520" cy="456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6" name=""/>
          <p:cNvSpPr/>
          <p:nvPr/>
        </p:nvSpPr>
        <p:spPr>
          <a:xfrm>
            <a:off x="3886200" y="137160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Cogman Assistant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7" name=""/>
          <p:cNvSpPr/>
          <p:nvPr/>
        </p:nvSpPr>
        <p:spPr>
          <a:xfrm>
            <a:off x="3886200" y="594360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Rootfs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8" name=""/>
          <p:cNvSpPr/>
          <p:nvPr/>
        </p:nvSpPr>
        <p:spPr>
          <a:xfrm>
            <a:off x="5462640" y="5487120"/>
            <a:ext cx="227520" cy="456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536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1" name="Rectangle 4"/>
          <p:cNvSpPr/>
          <p:nvPr/>
        </p:nvSpPr>
        <p:spPr>
          <a:xfrm>
            <a:off x="275760" y="3599280"/>
            <a:ext cx="303048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2" name="Content Placeholder 5"/>
          <p:cNvSpPr/>
          <p:nvPr/>
        </p:nvSpPr>
        <p:spPr>
          <a:xfrm>
            <a:off x="677520" y="1371600"/>
            <a:ext cx="8595360" cy="34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Metadata Loader and Verifier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Assistant-Based Command Interface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Builder and Toolchain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Package Root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System Deployment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28260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 1:</a:t>
            </a:r>
            <a:br>
              <a:rPr sz="3600"/>
            </a:b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EXPLANATION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776160" y="1600200"/>
            <a:ext cx="8595360" cy="47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module is responsible for reading, validating, and enforcing package definitions. Each package includes structured metadata files describing its identity, permissions, dependencies, and lifecycle steps.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Before any build is executed, the verifier ensures that: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Metadata adheres to strict schemas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Required fields are present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Dependencies exist and are valid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Unsafe configurations are rejected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guarantees correctness and prevents invalid or malicious packages from entering the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667080" y="126684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Cogman demonstrates a new approach to building security-focused Linux distributions by prioritizing transparency, control, and reproducibility. By replacing traditional package managers with a metadata-driven assistant framework, Cogman provides a strong foundation for secure penetration-testing environments.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system not only improves trust and auditability but also opens the door for future enhancements such as AI-assisted security analysis, automated hardening, and dynamic toolchain optimization. Cogman represents a significant step toward next-generation security operating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7" name="Cloud Callout 3"/>
          <p:cNvSpPr/>
          <p:nvPr/>
        </p:nvSpPr>
        <p:spPr>
          <a:xfrm>
            <a:off x="2986560" y="5048640"/>
            <a:ext cx="4658040" cy="127296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379</TotalTime>
  <Application>LibreOffice/25.8.4.2$Linux_X86_64 LibreOffice_project/580$Build-2</Application>
  <AppVersion>15.0000</AppVersion>
  <Words>43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2026-02-08T06:16:33Z</dcterms:modified>
  <cp:revision>20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11</vt:i4>
  </property>
</Properties>
</file>