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2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presProps.xml" ContentType="application/vnd.openxmlformats-officedocument.presentationml.presProps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theme/theme1.xml" ContentType="application/vnd.openxmlformats-officedocument.theme+xml"/>
  <Override PartName="/ppt/theme/theme3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4.xml" ContentType="application/vnd.openxmlformats-officedocument.theme+xml"/>
  <Override PartName="/ppt/theme/theme20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64" r:id="rId4"/>
    <p:sldMasterId id="2147483666" r:id="rId5"/>
    <p:sldMasterId id="2147483668" r:id="rId6"/>
    <p:sldMasterId id="2147483670" r:id="rId7"/>
  </p:sldMasterIdLst>
  <p:notesMasterIdLst>
    <p:notesMasterId r:id="rId8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15.xml"/><Relationship Id="rId5" Type="http://schemas.openxmlformats.org/officeDocument/2006/relationships/slideMaster" Target="slideMasters/slideMaster16.xml"/><Relationship Id="rId6" Type="http://schemas.openxmlformats.org/officeDocument/2006/relationships/slideMaster" Target="slideMasters/slideMaster17.xml"/><Relationship Id="rId7" Type="http://schemas.openxmlformats.org/officeDocument/2006/relationships/slideMaster" Target="slideMasters/slideMaster18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0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Noto Serif"/>
              </a:rPr>
              <a:t>Click to move the slide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344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erif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345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erif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346" name="PlaceHolder 4"/>
          <p:cNvSpPr>
            <a:spLocks noGrp="1"/>
          </p:cNvSpPr>
          <p:nvPr>
            <p:ph type="dt" idx="6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erif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erif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347" name="PlaceHolder 5"/>
          <p:cNvSpPr>
            <a:spLocks noGrp="1"/>
          </p:cNvSpPr>
          <p:nvPr>
            <p:ph type="ftr" idx="6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erif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erif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348" name="PlaceHolder 6"/>
          <p:cNvSpPr>
            <a:spLocks noGrp="1"/>
          </p:cNvSpPr>
          <p:nvPr>
            <p:ph type="sldNum" idx="6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erif"/>
              </a:defRPr>
            </a:lvl1pPr>
          </a:lstStyle>
          <a:p>
            <a:pPr indent="0" algn="r">
              <a:buNone/>
            </a:pPr>
            <a:fld id="{633B8976-ED46-437E-8900-51CCCD9B7840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erif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4440" cy="3427560"/>
          </a:xfrm>
          <a:prstGeom prst="rect">
            <a:avLst/>
          </a:prstGeom>
          <a:ln w="0">
            <a:noFill/>
          </a:ln>
        </p:spPr>
      </p:sp>
      <p:sp>
        <p:nvSpPr>
          <p:cNvPr id="389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4960" cy="4113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390" name="PlaceHolder 3"/>
          <p:cNvSpPr>
            <a:spLocks noGrp="1"/>
          </p:cNvSpPr>
          <p:nvPr>
            <p:ph type="sldNum" idx="64"/>
          </p:nvPr>
        </p:nvSpPr>
        <p:spPr>
          <a:xfrm>
            <a:off x="3884760" y="8685360"/>
            <a:ext cx="2970360" cy="455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6005B43E-AAAA-4C65-B602-AC35B3D149B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eg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eg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eg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eg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eg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eg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eg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eg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eg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eg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eg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eg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eg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8.xml"/><Relationship Id="rId2" Type="http://schemas.openxmlformats.org/officeDocument/2006/relationships/image" Target="../media/image1.jpeg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8.xml"/><Relationship Id="rId2" Type="http://schemas.openxmlformats.org/officeDocument/2006/relationships/image" Target="../media/image1.jpeg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8.xml"/><Relationship Id="rId2" Type="http://schemas.openxmlformats.org/officeDocument/2006/relationships/image" Target="../media/image1.jpe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5360" cy="1319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subTitle"/>
          </p:nvPr>
        </p:nvSpPr>
        <p:spPr>
          <a:xfrm>
            <a:off x="677160" y="2160720"/>
            <a:ext cx="8595360" cy="387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6DC026CD-5A72-4FE1-B118-A64A046B168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blipFill rotWithShape="0">
          <a:blip r:embed="rId2"/>
          <a:tile tx="0" ty="0" sx="100000" sy="100000" algn="tl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roup 6"/>
          <p:cNvGrpSpPr/>
          <p:nvPr/>
        </p:nvGrpSpPr>
        <p:grpSpPr>
          <a:xfrm>
            <a:off x="0" y="-8640"/>
            <a:ext cx="12190680" cy="6867720"/>
            <a:chOff x="0" y="-8640"/>
            <a:chExt cx="12190680" cy="6867720"/>
          </a:xfrm>
        </p:grpSpPr>
        <p:cxnSp>
          <p:nvCxnSpPr>
            <p:cNvPr id="32" name="Straight Connector 19"/>
            <p:cNvCxnSpPr/>
            <p:nvPr/>
          </p:nvCxnSpPr>
          <p:spPr>
            <a:xfrm>
              <a:off x="9370800" y="0"/>
              <a:ext cx="1220760" cy="6859440"/>
            </a:xfrm>
            <a:prstGeom prst="straightConnector1">
              <a:avLst/>
            </a:prstGeom>
            <a:ln cap="rnd" w="9525">
              <a:solidFill>
                <a:srgbClr val="bfbfbf"/>
              </a:solidFill>
              <a:round/>
            </a:ln>
          </p:spPr>
        </p:cxnSp>
        <p:cxnSp>
          <p:nvCxnSpPr>
            <p:cNvPr id="33" name="Straight Connector 20"/>
            <p:cNvCxnSpPr/>
            <p:nvPr/>
          </p:nvCxnSpPr>
          <p:spPr>
            <a:xfrm flipH="1">
              <a:off x="7425000" y="3681360"/>
              <a:ext cx="4764960" cy="3178080"/>
            </a:xfrm>
            <a:prstGeom prst="straightConnector1">
              <a:avLst/>
            </a:prstGeom>
            <a:ln cap="rnd" w="9525">
              <a:solidFill>
                <a:srgbClr val="d9d9d9"/>
              </a:solidFill>
              <a:round/>
            </a:ln>
          </p:spPr>
        </p:cxnSp>
        <p:sp>
          <p:nvSpPr>
            <p:cNvPr id="34" name="Rectangle 23"/>
            <p:cNvSpPr/>
            <p:nvPr/>
          </p:nvSpPr>
          <p:spPr>
            <a:xfrm>
              <a:off x="9181440" y="-8640"/>
              <a:ext cx="3006000" cy="6865200"/>
            </a:xfrm>
            <a:custGeom>
              <a:avLst/>
              <a:gdLst>
                <a:gd name="textAreaLeft" fmla="*/ 0 w 3006000"/>
                <a:gd name="textAreaRight" fmla="*/ 3007440 w 300600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erif"/>
              </a:endParaRPr>
            </a:p>
          </p:txBody>
        </p:sp>
        <p:sp>
          <p:nvSpPr>
            <p:cNvPr id="35" name="Rectangle 25"/>
            <p:cNvSpPr/>
            <p:nvPr/>
          </p:nvSpPr>
          <p:spPr>
            <a:xfrm>
              <a:off x="9603360" y="-8640"/>
              <a:ext cx="2586960" cy="6865200"/>
            </a:xfrm>
            <a:custGeom>
              <a:avLst/>
              <a:gdLst>
                <a:gd name="textAreaLeft" fmla="*/ 0 w 2586960"/>
                <a:gd name="textAreaRight" fmla="*/ 2588400 w 258696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erif"/>
              </a:endParaRPr>
            </a:p>
          </p:txBody>
        </p:sp>
        <p:sp>
          <p:nvSpPr>
            <p:cNvPr id="36" name="Isosceles Triangle 23"/>
            <p:cNvSpPr/>
            <p:nvPr/>
          </p:nvSpPr>
          <p:spPr>
            <a:xfrm>
              <a:off x="8932320" y="3048120"/>
              <a:ext cx="3258360" cy="380844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Noto Serif"/>
              </a:endParaRPr>
            </a:p>
          </p:txBody>
        </p:sp>
        <p:sp>
          <p:nvSpPr>
            <p:cNvPr id="37" name="Rectangle 27"/>
            <p:cNvSpPr/>
            <p:nvPr/>
          </p:nvSpPr>
          <p:spPr>
            <a:xfrm>
              <a:off x="9334440" y="-8640"/>
              <a:ext cx="2853000" cy="6865200"/>
            </a:xfrm>
            <a:custGeom>
              <a:avLst/>
              <a:gdLst>
                <a:gd name="textAreaLeft" fmla="*/ 0 w 2853000"/>
                <a:gd name="textAreaRight" fmla="*/ 2854440 w 285300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Noto Serif"/>
              </a:endParaRPr>
            </a:p>
          </p:txBody>
        </p:sp>
        <p:sp>
          <p:nvSpPr>
            <p:cNvPr id="38" name="Rectangle 28"/>
            <p:cNvSpPr/>
            <p:nvPr/>
          </p:nvSpPr>
          <p:spPr>
            <a:xfrm>
              <a:off x="10898640" y="-8640"/>
              <a:ext cx="1288800" cy="6865200"/>
            </a:xfrm>
            <a:custGeom>
              <a:avLst/>
              <a:gdLst>
                <a:gd name="textAreaLeft" fmla="*/ 0 w 1288800"/>
                <a:gd name="textAreaRight" fmla="*/ 1290240 w 128880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erif"/>
              </a:endParaRPr>
            </a:p>
          </p:txBody>
        </p:sp>
        <p:sp>
          <p:nvSpPr>
            <p:cNvPr id="39" name="Rectangle 29"/>
            <p:cNvSpPr/>
            <p:nvPr/>
          </p:nvSpPr>
          <p:spPr>
            <a:xfrm>
              <a:off x="10938960" y="-8640"/>
              <a:ext cx="1248480" cy="6865200"/>
            </a:xfrm>
            <a:custGeom>
              <a:avLst/>
              <a:gdLst>
                <a:gd name="textAreaLeft" fmla="*/ 0 w 1248480"/>
                <a:gd name="textAreaRight" fmla="*/ 1249920 w 124848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erif"/>
              </a:endParaRPr>
            </a:p>
          </p:txBody>
        </p:sp>
        <p:sp>
          <p:nvSpPr>
            <p:cNvPr id="40" name="Isosceles Triangle 27"/>
            <p:cNvSpPr/>
            <p:nvPr/>
          </p:nvSpPr>
          <p:spPr>
            <a:xfrm>
              <a:off x="10371600" y="3589920"/>
              <a:ext cx="1815840" cy="326664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erif"/>
              </a:endParaRPr>
            </a:p>
          </p:txBody>
        </p:sp>
        <p:sp>
          <p:nvSpPr>
            <p:cNvPr id="41" name="Isosceles Triangle 28"/>
            <p:cNvSpPr/>
            <p:nvPr/>
          </p:nvSpPr>
          <p:spPr>
            <a:xfrm>
              <a:off x="0" y="4013280"/>
              <a:ext cx="447120" cy="284328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erif"/>
              </a:endParaRPr>
            </a:p>
          </p:txBody>
        </p:sp>
      </p:grpSp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677160" y="1498680"/>
            <a:ext cx="3853080" cy="1276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Click to edit Master title style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4760640" y="514800"/>
            <a:ext cx="4512240" cy="5524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Second level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Third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Fourth level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Fifth level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 type="body"/>
          </p:nvPr>
        </p:nvSpPr>
        <p:spPr>
          <a:xfrm>
            <a:off x="677160" y="2777040"/>
            <a:ext cx="3853080" cy="2583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45" name="PlaceHolder 4"/>
          <p:cNvSpPr>
            <a:spLocks noGrp="1"/>
          </p:cNvSpPr>
          <p:nvPr>
            <p:ph type="dt" idx="4"/>
          </p:nvPr>
        </p:nvSpPr>
        <p:spPr>
          <a:xfrm>
            <a:off x="7205040" y="6041520"/>
            <a:ext cx="9104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46" name="PlaceHolder 5"/>
          <p:cNvSpPr>
            <a:spLocks noGrp="1"/>
          </p:cNvSpPr>
          <p:nvPr>
            <p:ph type="ftr" idx="5"/>
          </p:nvPr>
        </p:nvSpPr>
        <p:spPr>
          <a:xfrm>
            <a:off x="677160" y="6041520"/>
            <a:ext cx="62960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erif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erif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47" name="PlaceHolder 6"/>
          <p:cNvSpPr>
            <a:spLocks noGrp="1"/>
          </p:cNvSpPr>
          <p:nvPr>
            <p:ph type="sldNum" idx="6"/>
          </p:nvPr>
        </p:nvSpPr>
        <p:spPr>
          <a:xfrm>
            <a:off x="8590680" y="6041520"/>
            <a:ext cx="6818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D0F81808-5BEF-4960-9DE1-1D3484131457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blipFill rotWithShape="0">
          <a:blip r:embed="rId2"/>
          <a:tile tx="0" ty="0" sx="100000" sy="100000" algn="tl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Group 6"/>
          <p:cNvGrpSpPr/>
          <p:nvPr/>
        </p:nvGrpSpPr>
        <p:grpSpPr>
          <a:xfrm>
            <a:off x="0" y="-8640"/>
            <a:ext cx="12190680" cy="6867720"/>
            <a:chOff x="0" y="-8640"/>
            <a:chExt cx="12190680" cy="6867720"/>
          </a:xfrm>
        </p:grpSpPr>
        <p:cxnSp>
          <p:nvCxnSpPr>
            <p:cNvPr id="49" name="Straight Connector 19"/>
            <p:cNvCxnSpPr/>
            <p:nvPr/>
          </p:nvCxnSpPr>
          <p:spPr>
            <a:xfrm>
              <a:off x="9370800" y="0"/>
              <a:ext cx="1220760" cy="6859440"/>
            </a:xfrm>
            <a:prstGeom prst="straightConnector1">
              <a:avLst/>
            </a:prstGeom>
            <a:ln cap="rnd" w="9525">
              <a:solidFill>
                <a:srgbClr val="bfbfbf"/>
              </a:solidFill>
              <a:round/>
            </a:ln>
          </p:spPr>
        </p:cxnSp>
        <p:cxnSp>
          <p:nvCxnSpPr>
            <p:cNvPr id="50" name="Straight Connector 20"/>
            <p:cNvCxnSpPr/>
            <p:nvPr/>
          </p:nvCxnSpPr>
          <p:spPr>
            <a:xfrm flipH="1">
              <a:off x="7425000" y="3681360"/>
              <a:ext cx="4764960" cy="3178080"/>
            </a:xfrm>
            <a:prstGeom prst="straightConnector1">
              <a:avLst/>
            </a:prstGeom>
            <a:ln cap="rnd" w="9525">
              <a:solidFill>
                <a:srgbClr val="d9d9d9"/>
              </a:solidFill>
              <a:round/>
            </a:ln>
          </p:spPr>
        </p:cxnSp>
        <p:sp>
          <p:nvSpPr>
            <p:cNvPr id="51" name="Rectangle 23"/>
            <p:cNvSpPr/>
            <p:nvPr/>
          </p:nvSpPr>
          <p:spPr>
            <a:xfrm>
              <a:off x="9181440" y="-8640"/>
              <a:ext cx="3006000" cy="6865200"/>
            </a:xfrm>
            <a:custGeom>
              <a:avLst/>
              <a:gdLst>
                <a:gd name="textAreaLeft" fmla="*/ 0 w 3006000"/>
                <a:gd name="textAreaRight" fmla="*/ 3007440 w 300600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erif"/>
              </a:endParaRPr>
            </a:p>
          </p:txBody>
        </p:sp>
        <p:sp>
          <p:nvSpPr>
            <p:cNvPr id="52" name="Rectangle 25"/>
            <p:cNvSpPr/>
            <p:nvPr/>
          </p:nvSpPr>
          <p:spPr>
            <a:xfrm>
              <a:off x="9603360" y="-8640"/>
              <a:ext cx="2586960" cy="6865200"/>
            </a:xfrm>
            <a:custGeom>
              <a:avLst/>
              <a:gdLst>
                <a:gd name="textAreaLeft" fmla="*/ 0 w 2586960"/>
                <a:gd name="textAreaRight" fmla="*/ 2588400 w 258696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erif"/>
              </a:endParaRPr>
            </a:p>
          </p:txBody>
        </p:sp>
        <p:sp>
          <p:nvSpPr>
            <p:cNvPr id="53" name="Isosceles Triangle 23"/>
            <p:cNvSpPr/>
            <p:nvPr/>
          </p:nvSpPr>
          <p:spPr>
            <a:xfrm>
              <a:off x="8932320" y="3048120"/>
              <a:ext cx="3258360" cy="380844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Noto Serif"/>
              </a:endParaRPr>
            </a:p>
          </p:txBody>
        </p:sp>
        <p:sp>
          <p:nvSpPr>
            <p:cNvPr id="54" name="Rectangle 27"/>
            <p:cNvSpPr/>
            <p:nvPr/>
          </p:nvSpPr>
          <p:spPr>
            <a:xfrm>
              <a:off x="9334440" y="-8640"/>
              <a:ext cx="2853000" cy="6865200"/>
            </a:xfrm>
            <a:custGeom>
              <a:avLst/>
              <a:gdLst>
                <a:gd name="textAreaLeft" fmla="*/ 0 w 2853000"/>
                <a:gd name="textAreaRight" fmla="*/ 2854440 w 285300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Noto Serif"/>
              </a:endParaRPr>
            </a:p>
          </p:txBody>
        </p:sp>
        <p:sp>
          <p:nvSpPr>
            <p:cNvPr id="55" name="Rectangle 28"/>
            <p:cNvSpPr/>
            <p:nvPr/>
          </p:nvSpPr>
          <p:spPr>
            <a:xfrm>
              <a:off x="10898640" y="-8640"/>
              <a:ext cx="1288800" cy="6865200"/>
            </a:xfrm>
            <a:custGeom>
              <a:avLst/>
              <a:gdLst>
                <a:gd name="textAreaLeft" fmla="*/ 0 w 1288800"/>
                <a:gd name="textAreaRight" fmla="*/ 1290240 w 128880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erif"/>
              </a:endParaRPr>
            </a:p>
          </p:txBody>
        </p:sp>
        <p:sp>
          <p:nvSpPr>
            <p:cNvPr id="56" name="Rectangle 29"/>
            <p:cNvSpPr/>
            <p:nvPr/>
          </p:nvSpPr>
          <p:spPr>
            <a:xfrm>
              <a:off x="10938960" y="-8640"/>
              <a:ext cx="1248480" cy="6865200"/>
            </a:xfrm>
            <a:custGeom>
              <a:avLst/>
              <a:gdLst>
                <a:gd name="textAreaLeft" fmla="*/ 0 w 1248480"/>
                <a:gd name="textAreaRight" fmla="*/ 1249920 w 124848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erif"/>
              </a:endParaRPr>
            </a:p>
          </p:txBody>
        </p:sp>
        <p:sp>
          <p:nvSpPr>
            <p:cNvPr id="57" name="Isosceles Triangle 27"/>
            <p:cNvSpPr/>
            <p:nvPr/>
          </p:nvSpPr>
          <p:spPr>
            <a:xfrm>
              <a:off x="10371600" y="3589920"/>
              <a:ext cx="1815840" cy="326664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erif"/>
              </a:endParaRPr>
            </a:p>
          </p:txBody>
        </p:sp>
        <p:sp>
          <p:nvSpPr>
            <p:cNvPr id="58" name="Isosceles Triangle 28"/>
            <p:cNvSpPr/>
            <p:nvPr/>
          </p:nvSpPr>
          <p:spPr>
            <a:xfrm>
              <a:off x="0" y="4013280"/>
              <a:ext cx="447120" cy="284328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erif"/>
              </a:endParaRPr>
            </a:p>
          </p:txBody>
        </p:sp>
      </p:grpSp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677160" y="4800600"/>
            <a:ext cx="8595360" cy="56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4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Click to edit Master title style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677160" y="609480"/>
            <a:ext cx="8595360" cy="384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Click icon to add picture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body"/>
          </p:nvPr>
        </p:nvSpPr>
        <p:spPr>
          <a:xfrm>
            <a:off x="677160" y="5367240"/>
            <a:ext cx="8595360" cy="672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dt" idx="7"/>
          </p:nvPr>
        </p:nvSpPr>
        <p:spPr>
          <a:xfrm>
            <a:off x="7205040" y="6041520"/>
            <a:ext cx="9104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63" name="PlaceHolder 5"/>
          <p:cNvSpPr>
            <a:spLocks noGrp="1"/>
          </p:cNvSpPr>
          <p:nvPr>
            <p:ph type="ftr" idx="8"/>
          </p:nvPr>
        </p:nvSpPr>
        <p:spPr>
          <a:xfrm>
            <a:off x="677160" y="6041520"/>
            <a:ext cx="62960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erif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erif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64" name="PlaceHolder 6"/>
          <p:cNvSpPr>
            <a:spLocks noGrp="1"/>
          </p:cNvSpPr>
          <p:nvPr>
            <p:ph type="sldNum" idx="9"/>
          </p:nvPr>
        </p:nvSpPr>
        <p:spPr>
          <a:xfrm>
            <a:off x="8590680" y="6041520"/>
            <a:ext cx="6818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DC0E40D5-1B6A-4760-92D4-520A8FE0DC7C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and Caption">
    <p:bg>
      <p:bgPr>
        <a:blipFill rotWithShape="0">
          <a:blip r:embed="rId2"/>
          <a:tile tx="0" ty="0" sx="100000" sy="100000" algn="tl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" name="Group 6"/>
          <p:cNvGrpSpPr/>
          <p:nvPr/>
        </p:nvGrpSpPr>
        <p:grpSpPr>
          <a:xfrm>
            <a:off x="0" y="-8640"/>
            <a:ext cx="12190680" cy="6867720"/>
            <a:chOff x="0" y="-8640"/>
            <a:chExt cx="12190680" cy="6867720"/>
          </a:xfrm>
        </p:grpSpPr>
        <p:cxnSp>
          <p:nvCxnSpPr>
            <p:cNvPr id="66" name="Straight Connector 19"/>
            <p:cNvCxnSpPr/>
            <p:nvPr/>
          </p:nvCxnSpPr>
          <p:spPr>
            <a:xfrm>
              <a:off x="9370800" y="0"/>
              <a:ext cx="1220760" cy="6859440"/>
            </a:xfrm>
            <a:prstGeom prst="straightConnector1">
              <a:avLst/>
            </a:prstGeom>
            <a:ln cap="rnd" w="9525">
              <a:solidFill>
                <a:srgbClr val="bfbfbf"/>
              </a:solidFill>
              <a:round/>
            </a:ln>
          </p:spPr>
        </p:cxnSp>
        <p:cxnSp>
          <p:nvCxnSpPr>
            <p:cNvPr id="67" name="Straight Connector 20"/>
            <p:cNvCxnSpPr/>
            <p:nvPr/>
          </p:nvCxnSpPr>
          <p:spPr>
            <a:xfrm flipH="1">
              <a:off x="7425000" y="3681360"/>
              <a:ext cx="4764960" cy="3178080"/>
            </a:xfrm>
            <a:prstGeom prst="straightConnector1">
              <a:avLst/>
            </a:prstGeom>
            <a:ln cap="rnd" w="9525">
              <a:solidFill>
                <a:srgbClr val="d9d9d9"/>
              </a:solidFill>
              <a:round/>
            </a:ln>
          </p:spPr>
        </p:cxnSp>
        <p:sp>
          <p:nvSpPr>
            <p:cNvPr id="68" name="Rectangle 23"/>
            <p:cNvSpPr/>
            <p:nvPr/>
          </p:nvSpPr>
          <p:spPr>
            <a:xfrm>
              <a:off x="9181440" y="-8640"/>
              <a:ext cx="3006000" cy="6865200"/>
            </a:xfrm>
            <a:custGeom>
              <a:avLst/>
              <a:gdLst>
                <a:gd name="textAreaLeft" fmla="*/ 0 w 3006000"/>
                <a:gd name="textAreaRight" fmla="*/ 3007440 w 300600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erif"/>
              </a:endParaRPr>
            </a:p>
          </p:txBody>
        </p:sp>
        <p:sp>
          <p:nvSpPr>
            <p:cNvPr id="69" name="Rectangle 25"/>
            <p:cNvSpPr/>
            <p:nvPr/>
          </p:nvSpPr>
          <p:spPr>
            <a:xfrm>
              <a:off x="9603360" y="-8640"/>
              <a:ext cx="2586960" cy="6865200"/>
            </a:xfrm>
            <a:custGeom>
              <a:avLst/>
              <a:gdLst>
                <a:gd name="textAreaLeft" fmla="*/ 0 w 2586960"/>
                <a:gd name="textAreaRight" fmla="*/ 2588400 w 258696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erif"/>
              </a:endParaRPr>
            </a:p>
          </p:txBody>
        </p:sp>
        <p:sp>
          <p:nvSpPr>
            <p:cNvPr id="70" name="Isosceles Triangle 23"/>
            <p:cNvSpPr/>
            <p:nvPr/>
          </p:nvSpPr>
          <p:spPr>
            <a:xfrm>
              <a:off x="8932320" y="3048120"/>
              <a:ext cx="3258360" cy="380844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Noto Serif"/>
              </a:endParaRPr>
            </a:p>
          </p:txBody>
        </p:sp>
        <p:sp>
          <p:nvSpPr>
            <p:cNvPr id="71" name="Rectangle 27"/>
            <p:cNvSpPr/>
            <p:nvPr/>
          </p:nvSpPr>
          <p:spPr>
            <a:xfrm>
              <a:off x="9334440" y="-8640"/>
              <a:ext cx="2853000" cy="6865200"/>
            </a:xfrm>
            <a:custGeom>
              <a:avLst/>
              <a:gdLst>
                <a:gd name="textAreaLeft" fmla="*/ 0 w 2853000"/>
                <a:gd name="textAreaRight" fmla="*/ 2854440 w 285300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Noto Serif"/>
              </a:endParaRPr>
            </a:p>
          </p:txBody>
        </p:sp>
        <p:sp>
          <p:nvSpPr>
            <p:cNvPr id="72" name="Rectangle 28"/>
            <p:cNvSpPr/>
            <p:nvPr/>
          </p:nvSpPr>
          <p:spPr>
            <a:xfrm>
              <a:off x="10898640" y="-8640"/>
              <a:ext cx="1288800" cy="6865200"/>
            </a:xfrm>
            <a:custGeom>
              <a:avLst/>
              <a:gdLst>
                <a:gd name="textAreaLeft" fmla="*/ 0 w 1288800"/>
                <a:gd name="textAreaRight" fmla="*/ 1290240 w 128880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erif"/>
              </a:endParaRPr>
            </a:p>
          </p:txBody>
        </p:sp>
        <p:sp>
          <p:nvSpPr>
            <p:cNvPr id="73" name="Rectangle 29"/>
            <p:cNvSpPr/>
            <p:nvPr/>
          </p:nvSpPr>
          <p:spPr>
            <a:xfrm>
              <a:off x="10938960" y="-8640"/>
              <a:ext cx="1248480" cy="6865200"/>
            </a:xfrm>
            <a:custGeom>
              <a:avLst/>
              <a:gdLst>
                <a:gd name="textAreaLeft" fmla="*/ 0 w 1248480"/>
                <a:gd name="textAreaRight" fmla="*/ 1249920 w 124848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erif"/>
              </a:endParaRPr>
            </a:p>
          </p:txBody>
        </p:sp>
        <p:sp>
          <p:nvSpPr>
            <p:cNvPr id="74" name="Isosceles Triangle 27"/>
            <p:cNvSpPr/>
            <p:nvPr/>
          </p:nvSpPr>
          <p:spPr>
            <a:xfrm>
              <a:off x="10371600" y="3589920"/>
              <a:ext cx="1815840" cy="326664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erif"/>
              </a:endParaRPr>
            </a:p>
          </p:txBody>
        </p:sp>
        <p:sp>
          <p:nvSpPr>
            <p:cNvPr id="75" name="Isosceles Triangle 28"/>
            <p:cNvSpPr/>
            <p:nvPr/>
          </p:nvSpPr>
          <p:spPr>
            <a:xfrm>
              <a:off x="0" y="4013280"/>
              <a:ext cx="447120" cy="284328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erif"/>
              </a:endParaRPr>
            </a:p>
          </p:txBody>
        </p:sp>
      </p:grpSp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5360" cy="3402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Click to edit Master title style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 type="body"/>
          </p:nvPr>
        </p:nvSpPr>
        <p:spPr>
          <a:xfrm>
            <a:off x="677160" y="4470480"/>
            <a:ext cx="8595360" cy="1569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78" name="PlaceHolder 3"/>
          <p:cNvSpPr>
            <a:spLocks noGrp="1"/>
          </p:cNvSpPr>
          <p:nvPr>
            <p:ph type="dt" idx="10"/>
          </p:nvPr>
        </p:nvSpPr>
        <p:spPr>
          <a:xfrm>
            <a:off x="7205040" y="6041520"/>
            <a:ext cx="9104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79" name="PlaceHolder 4"/>
          <p:cNvSpPr>
            <a:spLocks noGrp="1"/>
          </p:cNvSpPr>
          <p:nvPr>
            <p:ph type="ftr" idx="11"/>
          </p:nvPr>
        </p:nvSpPr>
        <p:spPr>
          <a:xfrm>
            <a:off x="677160" y="6041520"/>
            <a:ext cx="62960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erif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erif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80" name="PlaceHolder 5"/>
          <p:cNvSpPr>
            <a:spLocks noGrp="1"/>
          </p:cNvSpPr>
          <p:nvPr>
            <p:ph type="sldNum" idx="12"/>
          </p:nvPr>
        </p:nvSpPr>
        <p:spPr>
          <a:xfrm>
            <a:off x="8590680" y="6041520"/>
            <a:ext cx="6818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16A169B1-39C0-4BB0-99E2-11D9E279D4D4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Quote with Caption">
    <p:bg>
      <p:bgPr>
        <a:blipFill rotWithShape="0">
          <a:blip r:embed="rId2"/>
          <a:tile tx="0" ty="0" sx="100000" sy="100000" algn="tl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" name="Group 6"/>
          <p:cNvGrpSpPr/>
          <p:nvPr/>
        </p:nvGrpSpPr>
        <p:grpSpPr>
          <a:xfrm>
            <a:off x="0" y="-8640"/>
            <a:ext cx="12190680" cy="6867720"/>
            <a:chOff x="0" y="-8640"/>
            <a:chExt cx="12190680" cy="6867720"/>
          </a:xfrm>
        </p:grpSpPr>
        <p:cxnSp>
          <p:nvCxnSpPr>
            <p:cNvPr id="82" name="Straight Connector 19"/>
            <p:cNvCxnSpPr/>
            <p:nvPr/>
          </p:nvCxnSpPr>
          <p:spPr>
            <a:xfrm>
              <a:off x="9370800" y="0"/>
              <a:ext cx="1220760" cy="6859440"/>
            </a:xfrm>
            <a:prstGeom prst="straightConnector1">
              <a:avLst/>
            </a:prstGeom>
            <a:ln cap="rnd" w="9525">
              <a:solidFill>
                <a:srgbClr val="bfbfbf"/>
              </a:solidFill>
              <a:round/>
            </a:ln>
          </p:spPr>
        </p:cxnSp>
        <p:cxnSp>
          <p:nvCxnSpPr>
            <p:cNvPr id="83" name="Straight Connector 20"/>
            <p:cNvCxnSpPr/>
            <p:nvPr/>
          </p:nvCxnSpPr>
          <p:spPr>
            <a:xfrm flipH="1">
              <a:off x="7425000" y="3681360"/>
              <a:ext cx="4764960" cy="3178080"/>
            </a:xfrm>
            <a:prstGeom prst="straightConnector1">
              <a:avLst/>
            </a:prstGeom>
            <a:ln cap="rnd" w="9525">
              <a:solidFill>
                <a:srgbClr val="d9d9d9"/>
              </a:solidFill>
              <a:round/>
            </a:ln>
          </p:spPr>
        </p:cxnSp>
        <p:sp>
          <p:nvSpPr>
            <p:cNvPr id="84" name="Rectangle 23"/>
            <p:cNvSpPr/>
            <p:nvPr/>
          </p:nvSpPr>
          <p:spPr>
            <a:xfrm>
              <a:off x="9181440" y="-8640"/>
              <a:ext cx="3006000" cy="6865200"/>
            </a:xfrm>
            <a:custGeom>
              <a:avLst/>
              <a:gdLst>
                <a:gd name="textAreaLeft" fmla="*/ 0 w 3006000"/>
                <a:gd name="textAreaRight" fmla="*/ 3007440 w 300600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erif"/>
              </a:endParaRPr>
            </a:p>
          </p:txBody>
        </p:sp>
        <p:sp>
          <p:nvSpPr>
            <p:cNvPr id="85" name="Rectangle 25"/>
            <p:cNvSpPr/>
            <p:nvPr/>
          </p:nvSpPr>
          <p:spPr>
            <a:xfrm>
              <a:off x="9603360" y="-8640"/>
              <a:ext cx="2586960" cy="6865200"/>
            </a:xfrm>
            <a:custGeom>
              <a:avLst/>
              <a:gdLst>
                <a:gd name="textAreaLeft" fmla="*/ 0 w 2586960"/>
                <a:gd name="textAreaRight" fmla="*/ 2588400 w 258696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erif"/>
              </a:endParaRPr>
            </a:p>
          </p:txBody>
        </p:sp>
        <p:sp>
          <p:nvSpPr>
            <p:cNvPr id="86" name="Isosceles Triangle 23"/>
            <p:cNvSpPr/>
            <p:nvPr/>
          </p:nvSpPr>
          <p:spPr>
            <a:xfrm>
              <a:off x="8932320" y="3048120"/>
              <a:ext cx="3258360" cy="380844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Noto Serif"/>
              </a:endParaRPr>
            </a:p>
          </p:txBody>
        </p:sp>
        <p:sp>
          <p:nvSpPr>
            <p:cNvPr id="87" name="Rectangle 27"/>
            <p:cNvSpPr/>
            <p:nvPr/>
          </p:nvSpPr>
          <p:spPr>
            <a:xfrm>
              <a:off x="9334440" y="-8640"/>
              <a:ext cx="2853000" cy="6865200"/>
            </a:xfrm>
            <a:custGeom>
              <a:avLst/>
              <a:gdLst>
                <a:gd name="textAreaLeft" fmla="*/ 0 w 2853000"/>
                <a:gd name="textAreaRight" fmla="*/ 2854440 w 285300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Noto Serif"/>
              </a:endParaRPr>
            </a:p>
          </p:txBody>
        </p:sp>
        <p:sp>
          <p:nvSpPr>
            <p:cNvPr id="88" name="Rectangle 28"/>
            <p:cNvSpPr/>
            <p:nvPr/>
          </p:nvSpPr>
          <p:spPr>
            <a:xfrm>
              <a:off x="10898640" y="-8640"/>
              <a:ext cx="1288800" cy="6865200"/>
            </a:xfrm>
            <a:custGeom>
              <a:avLst/>
              <a:gdLst>
                <a:gd name="textAreaLeft" fmla="*/ 0 w 1288800"/>
                <a:gd name="textAreaRight" fmla="*/ 1290240 w 128880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erif"/>
              </a:endParaRPr>
            </a:p>
          </p:txBody>
        </p:sp>
        <p:sp>
          <p:nvSpPr>
            <p:cNvPr id="89" name="Rectangle 29"/>
            <p:cNvSpPr/>
            <p:nvPr/>
          </p:nvSpPr>
          <p:spPr>
            <a:xfrm>
              <a:off x="10938960" y="-8640"/>
              <a:ext cx="1248480" cy="6865200"/>
            </a:xfrm>
            <a:custGeom>
              <a:avLst/>
              <a:gdLst>
                <a:gd name="textAreaLeft" fmla="*/ 0 w 1248480"/>
                <a:gd name="textAreaRight" fmla="*/ 1249920 w 124848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erif"/>
              </a:endParaRPr>
            </a:p>
          </p:txBody>
        </p:sp>
        <p:sp>
          <p:nvSpPr>
            <p:cNvPr id="90" name="Isosceles Triangle 27"/>
            <p:cNvSpPr/>
            <p:nvPr/>
          </p:nvSpPr>
          <p:spPr>
            <a:xfrm>
              <a:off x="10371600" y="3589920"/>
              <a:ext cx="1815840" cy="326664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erif"/>
              </a:endParaRPr>
            </a:p>
          </p:txBody>
        </p:sp>
        <p:sp>
          <p:nvSpPr>
            <p:cNvPr id="91" name="Isosceles Triangle 28"/>
            <p:cNvSpPr/>
            <p:nvPr/>
          </p:nvSpPr>
          <p:spPr>
            <a:xfrm>
              <a:off x="0" y="4013280"/>
              <a:ext cx="447120" cy="284328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erif"/>
              </a:endParaRPr>
            </a:p>
          </p:txBody>
        </p:sp>
      </p:grpSp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931320" y="609480"/>
            <a:ext cx="8092800" cy="3021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Click to edit Master title style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 type="body"/>
          </p:nvPr>
        </p:nvSpPr>
        <p:spPr>
          <a:xfrm>
            <a:off x="1366200" y="3632040"/>
            <a:ext cx="7223040" cy="379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US" sz="1600" b="0" u="none" strike="noStrik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94" name="PlaceHolder 3"/>
          <p:cNvSpPr>
            <a:spLocks noGrp="1"/>
          </p:cNvSpPr>
          <p:nvPr>
            <p:ph type="body"/>
          </p:nvPr>
        </p:nvSpPr>
        <p:spPr>
          <a:xfrm>
            <a:off x="677160" y="4470480"/>
            <a:ext cx="8595360" cy="1569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95" name="PlaceHolder 4"/>
          <p:cNvSpPr>
            <a:spLocks noGrp="1"/>
          </p:cNvSpPr>
          <p:nvPr>
            <p:ph type="dt" idx="13"/>
          </p:nvPr>
        </p:nvSpPr>
        <p:spPr>
          <a:xfrm>
            <a:off x="7205040" y="6041520"/>
            <a:ext cx="9104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96" name="PlaceHolder 5"/>
          <p:cNvSpPr>
            <a:spLocks noGrp="1"/>
          </p:cNvSpPr>
          <p:nvPr>
            <p:ph type="ftr" idx="14"/>
          </p:nvPr>
        </p:nvSpPr>
        <p:spPr>
          <a:xfrm>
            <a:off x="677160" y="6041520"/>
            <a:ext cx="62960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erif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erif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97" name="PlaceHolder 6"/>
          <p:cNvSpPr>
            <a:spLocks noGrp="1"/>
          </p:cNvSpPr>
          <p:nvPr>
            <p:ph type="sldNum" idx="15"/>
          </p:nvPr>
        </p:nvSpPr>
        <p:spPr>
          <a:xfrm>
            <a:off x="8590680" y="6041520"/>
            <a:ext cx="6818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C73DCE7D-4A64-43D3-891A-B8E9131711AE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98" name="TextBox 19"/>
          <p:cNvSpPr/>
          <p:nvPr/>
        </p:nvSpPr>
        <p:spPr>
          <a:xfrm>
            <a:off x="541800" y="790200"/>
            <a:ext cx="608040" cy="58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8000" b="0" u="none" strike="noStrike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FillTx/>
                <a:latin typeface="Arial"/>
              </a:rPr>
              <a:t>“</a:t>
            </a:r>
            <a:endParaRPr lang="en-US" sz="80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99" name="TextBox 21"/>
          <p:cNvSpPr/>
          <p:nvPr/>
        </p:nvSpPr>
        <p:spPr>
          <a:xfrm>
            <a:off x="8893080" y="2886480"/>
            <a:ext cx="608040" cy="58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8000" b="0" u="none" strike="noStrike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FillTx/>
                <a:latin typeface="Arial"/>
              </a:rPr>
              <a:t>”</a:t>
            </a:r>
            <a:endParaRPr lang="en-US" sz="80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Name Card">
    <p:bg>
      <p:bgPr>
        <a:blipFill rotWithShape="0">
          <a:blip r:embed="rId2"/>
          <a:tile tx="0" ty="0" sx="100000" sy="100000" algn="tl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roup 6"/>
          <p:cNvGrpSpPr/>
          <p:nvPr/>
        </p:nvGrpSpPr>
        <p:grpSpPr>
          <a:xfrm>
            <a:off x="0" y="-8640"/>
            <a:ext cx="12190680" cy="6867720"/>
            <a:chOff x="0" y="-8640"/>
            <a:chExt cx="12190680" cy="6867720"/>
          </a:xfrm>
        </p:grpSpPr>
        <p:cxnSp>
          <p:nvCxnSpPr>
            <p:cNvPr id="101" name="Straight Connector 19"/>
            <p:cNvCxnSpPr/>
            <p:nvPr/>
          </p:nvCxnSpPr>
          <p:spPr>
            <a:xfrm>
              <a:off x="9370800" y="0"/>
              <a:ext cx="1220760" cy="6859440"/>
            </a:xfrm>
            <a:prstGeom prst="straightConnector1">
              <a:avLst/>
            </a:prstGeom>
            <a:ln cap="rnd" w="9525">
              <a:solidFill>
                <a:srgbClr val="bfbfbf"/>
              </a:solidFill>
              <a:round/>
            </a:ln>
          </p:spPr>
        </p:cxnSp>
        <p:cxnSp>
          <p:nvCxnSpPr>
            <p:cNvPr id="102" name="Straight Connector 20"/>
            <p:cNvCxnSpPr/>
            <p:nvPr/>
          </p:nvCxnSpPr>
          <p:spPr>
            <a:xfrm flipH="1">
              <a:off x="7425000" y="3681360"/>
              <a:ext cx="4764960" cy="3178080"/>
            </a:xfrm>
            <a:prstGeom prst="straightConnector1">
              <a:avLst/>
            </a:prstGeom>
            <a:ln cap="rnd" w="9525">
              <a:solidFill>
                <a:srgbClr val="d9d9d9"/>
              </a:solidFill>
              <a:round/>
            </a:ln>
          </p:spPr>
        </p:cxnSp>
        <p:sp>
          <p:nvSpPr>
            <p:cNvPr id="103" name="Rectangle 23"/>
            <p:cNvSpPr/>
            <p:nvPr/>
          </p:nvSpPr>
          <p:spPr>
            <a:xfrm>
              <a:off x="9181440" y="-8640"/>
              <a:ext cx="3006000" cy="6865200"/>
            </a:xfrm>
            <a:custGeom>
              <a:avLst/>
              <a:gdLst>
                <a:gd name="textAreaLeft" fmla="*/ 0 w 3006000"/>
                <a:gd name="textAreaRight" fmla="*/ 3007440 w 300600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erif"/>
              </a:endParaRPr>
            </a:p>
          </p:txBody>
        </p:sp>
        <p:sp>
          <p:nvSpPr>
            <p:cNvPr id="104" name="Rectangle 25"/>
            <p:cNvSpPr/>
            <p:nvPr/>
          </p:nvSpPr>
          <p:spPr>
            <a:xfrm>
              <a:off x="9603360" y="-8640"/>
              <a:ext cx="2586960" cy="6865200"/>
            </a:xfrm>
            <a:custGeom>
              <a:avLst/>
              <a:gdLst>
                <a:gd name="textAreaLeft" fmla="*/ 0 w 2586960"/>
                <a:gd name="textAreaRight" fmla="*/ 2588400 w 258696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erif"/>
              </a:endParaRPr>
            </a:p>
          </p:txBody>
        </p:sp>
        <p:sp>
          <p:nvSpPr>
            <p:cNvPr id="105" name="Isosceles Triangle 23"/>
            <p:cNvSpPr/>
            <p:nvPr/>
          </p:nvSpPr>
          <p:spPr>
            <a:xfrm>
              <a:off x="8932320" y="3048120"/>
              <a:ext cx="3258360" cy="380844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Noto Serif"/>
              </a:endParaRPr>
            </a:p>
          </p:txBody>
        </p:sp>
        <p:sp>
          <p:nvSpPr>
            <p:cNvPr id="106" name="Rectangle 27"/>
            <p:cNvSpPr/>
            <p:nvPr/>
          </p:nvSpPr>
          <p:spPr>
            <a:xfrm>
              <a:off x="9334440" y="-8640"/>
              <a:ext cx="2853000" cy="6865200"/>
            </a:xfrm>
            <a:custGeom>
              <a:avLst/>
              <a:gdLst>
                <a:gd name="textAreaLeft" fmla="*/ 0 w 2853000"/>
                <a:gd name="textAreaRight" fmla="*/ 2854440 w 285300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Noto Serif"/>
              </a:endParaRPr>
            </a:p>
          </p:txBody>
        </p:sp>
        <p:sp>
          <p:nvSpPr>
            <p:cNvPr id="107" name="Rectangle 28"/>
            <p:cNvSpPr/>
            <p:nvPr/>
          </p:nvSpPr>
          <p:spPr>
            <a:xfrm>
              <a:off x="10898640" y="-8640"/>
              <a:ext cx="1288800" cy="6865200"/>
            </a:xfrm>
            <a:custGeom>
              <a:avLst/>
              <a:gdLst>
                <a:gd name="textAreaLeft" fmla="*/ 0 w 1288800"/>
                <a:gd name="textAreaRight" fmla="*/ 1290240 w 128880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erif"/>
              </a:endParaRPr>
            </a:p>
          </p:txBody>
        </p:sp>
        <p:sp>
          <p:nvSpPr>
            <p:cNvPr id="108" name="Rectangle 29"/>
            <p:cNvSpPr/>
            <p:nvPr/>
          </p:nvSpPr>
          <p:spPr>
            <a:xfrm>
              <a:off x="10938960" y="-8640"/>
              <a:ext cx="1248480" cy="6865200"/>
            </a:xfrm>
            <a:custGeom>
              <a:avLst/>
              <a:gdLst>
                <a:gd name="textAreaLeft" fmla="*/ 0 w 1248480"/>
                <a:gd name="textAreaRight" fmla="*/ 1249920 w 124848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erif"/>
              </a:endParaRPr>
            </a:p>
          </p:txBody>
        </p:sp>
        <p:sp>
          <p:nvSpPr>
            <p:cNvPr id="109" name="Isosceles Triangle 27"/>
            <p:cNvSpPr/>
            <p:nvPr/>
          </p:nvSpPr>
          <p:spPr>
            <a:xfrm>
              <a:off x="10371600" y="3589920"/>
              <a:ext cx="1815840" cy="326664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erif"/>
              </a:endParaRPr>
            </a:p>
          </p:txBody>
        </p:sp>
        <p:sp>
          <p:nvSpPr>
            <p:cNvPr id="110" name="Isosceles Triangle 28"/>
            <p:cNvSpPr/>
            <p:nvPr/>
          </p:nvSpPr>
          <p:spPr>
            <a:xfrm>
              <a:off x="0" y="4013280"/>
              <a:ext cx="447120" cy="284328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erif"/>
              </a:endParaRPr>
            </a:p>
          </p:txBody>
        </p:sp>
      </p:grpSp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677160" y="1932120"/>
            <a:ext cx="8595360" cy="2594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Click to edit Master title style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 type="body"/>
          </p:nvPr>
        </p:nvSpPr>
        <p:spPr>
          <a:xfrm>
            <a:off x="677160" y="4527360"/>
            <a:ext cx="8595360" cy="1512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113" name="PlaceHolder 3"/>
          <p:cNvSpPr>
            <a:spLocks noGrp="1"/>
          </p:cNvSpPr>
          <p:nvPr>
            <p:ph type="dt" idx="16"/>
          </p:nvPr>
        </p:nvSpPr>
        <p:spPr>
          <a:xfrm>
            <a:off x="7205040" y="6041520"/>
            <a:ext cx="9104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114" name="PlaceHolder 4"/>
          <p:cNvSpPr>
            <a:spLocks noGrp="1"/>
          </p:cNvSpPr>
          <p:nvPr>
            <p:ph type="ftr" idx="17"/>
          </p:nvPr>
        </p:nvSpPr>
        <p:spPr>
          <a:xfrm>
            <a:off x="677160" y="6041520"/>
            <a:ext cx="62960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erif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erif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115" name="PlaceHolder 5"/>
          <p:cNvSpPr>
            <a:spLocks noGrp="1"/>
          </p:cNvSpPr>
          <p:nvPr>
            <p:ph type="sldNum" idx="18"/>
          </p:nvPr>
        </p:nvSpPr>
        <p:spPr>
          <a:xfrm>
            <a:off x="8590680" y="6041520"/>
            <a:ext cx="6818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A5054426-703D-479D-91D6-6D46D958A202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Quote Name Card">
    <p:bg>
      <p:bgPr>
        <a:blipFill rotWithShape="0">
          <a:blip r:embed="rId2"/>
          <a:tile tx="0" ty="0" sx="100000" sy="100000" algn="tl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6" name="Group 6"/>
          <p:cNvGrpSpPr/>
          <p:nvPr/>
        </p:nvGrpSpPr>
        <p:grpSpPr>
          <a:xfrm>
            <a:off x="0" y="-8640"/>
            <a:ext cx="12190680" cy="6867720"/>
            <a:chOff x="0" y="-8640"/>
            <a:chExt cx="12190680" cy="6867720"/>
          </a:xfrm>
        </p:grpSpPr>
        <p:cxnSp>
          <p:nvCxnSpPr>
            <p:cNvPr id="117" name="Straight Connector 19"/>
            <p:cNvCxnSpPr/>
            <p:nvPr/>
          </p:nvCxnSpPr>
          <p:spPr>
            <a:xfrm>
              <a:off x="9370800" y="0"/>
              <a:ext cx="1220760" cy="6859440"/>
            </a:xfrm>
            <a:prstGeom prst="straightConnector1">
              <a:avLst/>
            </a:prstGeom>
            <a:ln cap="rnd" w="9525">
              <a:solidFill>
                <a:srgbClr val="bfbfbf"/>
              </a:solidFill>
              <a:round/>
            </a:ln>
          </p:spPr>
        </p:cxnSp>
        <p:cxnSp>
          <p:nvCxnSpPr>
            <p:cNvPr id="118" name="Straight Connector 20"/>
            <p:cNvCxnSpPr/>
            <p:nvPr/>
          </p:nvCxnSpPr>
          <p:spPr>
            <a:xfrm flipH="1">
              <a:off x="7425000" y="3681360"/>
              <a:ext cx="4764960" cy="3178080"/>
            </a:xfrm>
            <a:prstGeom prst="straightConnector1">
              <a:avLst/>
            </a:prstGeom>
            <a:ln cap="rnd" w="9525">
              <a:solidFill>
                <a:srgbClr val="d9d9d9"/>
              </a:solidFill>
              <a:round/>
            </a:ln>
          </p:spPr>
        </p:cxnSp>
        <p:sp>
          <p:nvSpPr>
            <p:cNvPr id="119" name="Rectangle 23"/>
            <p:cNvSpPr/>
            <p:nvPr/>
          </p:nvSpPr>
          <p:spPr>
            <a:xfrm>
              <a:off x="9181440" y="-8640"/>
              <a:ext cx="3006000" cy="6865200"/>
            </a:xfrm>
            <a:custGeom>
              <a:avLst/>
              <a:gdLst>
                <a:gd name="textAreaLeft" fmla="*/ 0 w 3006000"/>
                <a:gd name="textAreaRight" fmla="*/ 3007440 w 300600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erif"/>
              </a:endParaRPr>
            </a:p>
          </p:txBody>
        </p:sp>
        <p:sp>
          <p:nvSpPr>
            <p:cNvPr id="120" name="Rectangle 25"/>
            <p:cNvSpPr/>
            <p:nvPr/>
          </p:nvSpPr>
          <p:spPr>
            <a:xfrm>
              <a:off x="9603360" y="-8640"/>
              <a:ext cx="2586960" cy="6865200"/>
            </a:xfrm>
            <a:custGeom>
              <a:avLst/>
              <a:gdLst>
                <a:gd name="textAreaLeft" fmla="*/ 0 w 2586960"/>
                <a:gd name="textAreaRight" fmla="*/ 2588400 w 258696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erif"/>
              </a:endParaRPr>
            </a:p>
          </p:txBody>
        </p:sp>
        <p:sp>
          <p:nvSpPr>
            <p:cNvPr id="121" name="Isosceles Triangle 23"/>
            <p:cNvSpPr/>
            <p:nvPr/>
          </p:nvSpPr>
          <p:spPr>
            <a:xfrm>
              <a:off x="8932320" y="3048120"/>
              <a:ext cx="3258360" cy="380844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Noto Serif"/>
              </a:endParaRPr>
            </a:p>
          </p:txBody>
        </p:sp>
        <p:sp>
          <p:nvSpPr>
            <p:cNvPr id="122" name="Rectangle 27"/>
            <p:cNvSpPr/>
            <p:nvPr/>
          </p:nvSpPr>
          <p:spPr>
            <a:xfrm>
              <a:off x="9334440" y="-8640"/>
              <a:ext cx="2853000" cy="6865200"/>
            </a:xfrm>
            <a:custGeom>
              <a:avLst/>
              <a:gdLst>
                <a:gd name="textAreaLeft" fmla="*/ 0 w 2853000"/>
                <a:gd name="textAreaRight" fmla="*/ 2854440 w 285300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Noto Serif"/>
              </a:endParaRPr>
            </a:p>
          </p:txBody>
        </p:sp>
        <p:sp>
          <p:nvSpPr>
            <p:cNvPr id="123" name="Rectangle 28"/>
            <p:cNvSpPr/>
            <p:nvPr/>
          </p:nvSpPr>
          <p:spPr>
            <a:xfrm>
              <a:off x="10898640" y="-8640"/>
              <a:ext cx="1288800" cy="6865200"/>
            </a:xfrm>
            <a:custGeom>
              <a:avLst/>
              <a:gdLst>
                <a:gd name="textAreaLeft" fmla="*/ 0 w 1288800"/>
                <a:gd name="textAreaRight" fmla="*/ 1290240 w 128880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erif"/>
              </a:endParaRPr>
            </a:p>
          </p:txBody>
        </p:sp>
        <p:sp>
          <p:nvSpPr>
            <p:cNvPr id="124" name="Rectangle 29"/>
            <p:cNvSpPr/>
            <p:nvPr/>
          </p:nvSpPr>
          <p:spPr>
            <a:xfrm>
              <a:off x="10938960" y="-8640"/>
              <a:ext cx="1248480" cy="6865200"/>
            </a:xfrm>
            <a:custGeom>
              <a:avLst/>
              <a:gdLst>
                <a:gd name="textAreaLeft" fmla="*/ 0 w 1248480"/>
                <a:gd name="textAreaRight" fmla="*/ 1249920 w 124848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erif"/>
              </a:endParaRPr>
            </a:p>
          </p:txBody>
        </p:sp>
        <p:sp>
          <p:nvSpPr>
            <p:cNvPr id="125" name="Isosceles Triangle 27"/>
            <p:cNvSpPr/>
            <p:nvPr/>
          </p:nvSpPr>
          <p:spPr>
            <a:xfrm>
              <a:off x="10371600" y="3589920"/>
              <a:ext cx="1815840" cy="326664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erif"/>
              </a:endParaRPr>
            </a:p>
          </p:txBody>
        </p:sp>
        <p:sp>
          <p:nvSpPr>
            <p:cNvPr id="126" name="Isosceles Triangle 28"/>
            <p:cNvSpPr/>
            <p:nvPr/>
          </p:nvSpPr>
          <p:spPr>
            <a:xfrm>
              <a:off x="0" y="4013280"/>
              <a:ext cx="447120" cy="284328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erif"/>
              </a:endParaRPr>
            </a:p>
          </p:txBody>
        </p:sp>
      </p:grpSp>
      <p:sp>
        <p:nvSpPr>
          <p:cNvPr id="127" name="PlaceHolder 1"/>
          <p:cNvSpPr>
            <a:spLocks noGrp="1"/>
          </p:cNvSpPr>
          <p:nvPr>
            <p:ph type="title"/>
          </p:nvPr>
        </p:nvSpPr>
        <p:spPr>
          <a:xfrm>
            <a:off x="931320" y="609480"/>
            <a:ext cx="8092800" cy="3021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Click to edit Master title style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128" name="PlaceHolder 2"/>
          <p:cNvSpPr>
            <a:spLocks noGrp="1"/>
          </p:cNvSpPr>
          <p:nvPr>
            <p:ph type="body"/>
          </p:nvPr>
        </p:nvSpPr>
        <p:spPr>
          <a:xfrm>
            <a:off x="677160" y="4013280"/>
            <a:ext cx="8595360" cy="51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US" sz="2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129" name="PlaceHolder 3"/>
          <p:cNvSpPr>
            <a:spLocks noGrp="1"/>
          </p:cNvSpPr>
          <p:nvPr>
            <p:ph type="body"/>
          </p:nvPr>
        </p:nvSpPr>
        <p:spPr>
          <a:xfrm>
            <a:off x="677160" y="4527360"/>
            <a:ext cx="8595360" cy="1512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US" sz="1800" b="0" u="none" strike="noStrik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130" name="PlaceHolder 4"/>
          <p:cNvSpPr>
            <a:spLocks noGrp="1"/>
          </p:cNvSpPr>
          <p:nvPr>
            <p:ph type="dt" idx="19"/>
          </p:nvPr>
        </p:nvSpPr>
        <p:spPr>
          <a:xfrm>
            <a:off x="7205040" y="6041520"/>
            <a:ext cx="9104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131" name="PlaceHolder 5"/>
          <p:cNvSpPr>
            <a:spLocks noGrp="1"/>
          </p:cNvSpPr>
          <p:nvPr>
            <p:ph type="ftr" idx="20"/>
          </p:nvPr>
        </p:nvSpPr>
        <p:spPr>
          <a:xfrm>
            <a:off x="677160" y="6041520"/>
            <a:ext cx="62960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erif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erif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132" name="PlaceHolder 6"/>
          <p:cNvSpPr>
            <a:spLocks noGrp="1"/>
          </p:cNvSpPr>
          <p:nvPr>
            <p:ph type="sldNum" idx="21"/>
          </p:nvPr>
        </p:nvSpPr>
        <p:spPr>
          <a:xfrm>
            <a:off x="8590680" y="6041520"/>
            <a:ext cx="6818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F5E01A2F-D018-4F58-A18A-8BC2ED9AD2FE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133" name="TextBox 23"/>
          <p:cNvSpPr/>
          <p:nvPr/>
        </p:nvSpPr>
        <p:spPr>
          <a:xfrm>
            <a:off x="541800" y="790200"/>
            <a:ext cx="608040" cy="58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8000" b="0" u="none" strike="noStrike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FillTx/>
                <a:latin typeface="Arial"/>
              </a:rPr>
              <a:t>“</a:t>
            </a:r>
            <a:endParaRPr lang="en-US" sz="80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134" name="TextBox 24"/>
          <p:cNvSpPr/>
          <p:nvPr/>
        </p:nvSpPr>
        <p:spPr>
          <a:xfrm>
            <a:off x="8893080" y="2886480"/>
            <a:ext cx="608040" cy="58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8000" b="0" u="none" strike="noStrike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FillTx/>
                <a:latin typeface="Arial"/>
              </a:rPr>
              <a:t>”</a:t>
            </a:r>
            <a:endParaRPr lang="en-US" sz="80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rue or False">
    <p:bg>
      <p:bgPr>
        <a:blipFill rotWithShape="0">
          <a:blip r:embed="rId2"/>
          <a:tile tx="0" ty="0" sx="100000" sy="100000" algn="tl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5" name="Group 6"/>
          <p:cNvGrpSpPr/>
          <p:nvPr/>
        </p:nvGrpSpPr>
        <p:grpSpPr>
          <a:xfrm>
            <a:off x="0" y="-8640"/>
            <a:ext cx="12190680" cy="6867720"/>
            <a:chOff x="0" y="-8640"/>
            <a:chExt cx="12190680" cy="6867720"/>
          </a:xfrm>
        </p:grpSpPr>
        <p:cxnSp>
          <p:nvCxnSpPr>
            <p:cNvPr id="136" name="Straight Connector 19"/>
            <p:cNvCxnSpPr/>
            <p:nvPr/>
          </p:nvCxnSpPr>
          <p:spPr>
            <a:xfrm>
              <a:off x="9370800" y="0"/>
              <a:ext cx="1220760" cy="6859440"/>
            </a:xfrm>
            <a:prstGeom prst="straightConnector1">
              <a:avLst/>
            </a:prstGeom>
            <a:ln cap="rnd" w="9525">
              <a:solidFill>
                <a:srgbClr val="bfbfbf"/>
              </a:solidFill>
              <a:round/>
            </a:ln>
          </p:spPr>
        </p:cxnSp>
        <p:cxnSp>
          <p:nvCxnSpPr>
            <p:cNvPr id="137" name="Straight Connector 20"/>
            <p:cNvCxnSpPr/>
            <p:nvPr/>
          </p:nvCxnSpPr>
          <p:spPr>
            <a:xfrm flipH="1">
              <a:off x="7425000" y="3681360"/>
              <a:ext cx="4764960" cy="3178080"/>
            </a:xfrm>
            <a:prstGeom prst="straightConnector1">
              <a:avLst/>
            </a:prstGeom>
            <a:ln cap="rnd" w="9525">
              <a:solidFill>
                <a:srgbClr val="d9d9d9"/>
              </a:solidFill>
              <a:round/>
            </a:ln>
          </p:spPr>
        </p:cxnSp>
        <p:sp>
          <p:nvSpPr>
            <p:cNvPr id="138" name="Rectangle 23"/>
            <p:cNvSpPr/>
            <p:nvPr/>
          </p:nvSpPr>
          <p:spPr>
            <a:xfrm>
              <a:off x="9181440" y="-8640"/>
              <a:ext cx="3006000" cy="6865200"/>
            </a:xfrm>
            <a:custGeom>
              <a:avLst/>
              <a:gdLst>
                <a:gd name="textAreaLeft" fmla="*/ 0 w 3006000"/>
                <a:gd name="textAreaRight" fmla="*/ 3007440 w 300600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erif"/>
              </a:endParaRPr>
            </a:p>
          </p:txBody>
        </p:sp>
        <p:sp>
          <p:nvSpPr>
            <p:cNvPr id="139" name="Rectangle 25"/>
            <p:cNvSpPr/>
            <p:nvPr/>
          </p:nvSpPr>
          <p:spPr>
            <a:xfrm>
              <a:off x="9603360" y="-8640"/>
              <a:ext cx="2586960" cy="6865200"/>
            </a:xfrm>
            <a:custGeom>
              <a:avLst/>
              <a:gdLst>
                <a:gd name="textAreaLeft" fmla="*/ 0 w 2586960"/>
                <a:gd name="textAreaRight" fmla="*/ 2588400 w 258696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erif"/>
              </a:endParaRPr>
            </a:p>
          </p:txBody>
        </p:sp>
        <p:sp>
          <p:nvSpPr>
            <p:cNvPr id="140" name="Isosceles Triangle 23"/>
            <p:cNvSpPr/>
            <p:nvPr/>
          </p:nvSpPr>
          <p:spPr>
            <a:xfrm>
              <a:off x="8932320" y="3048120"/>
              <a:ext cx="3258360" cy="380844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Noto Serif"/>
              </a:endParaRPr>
            </a:p>
          </p:txBody>
        </p:sp>
        <p:sp>
          <p:nvSpPr>
            <p:cNvPr id="141" name="Rectangle 27"/>
            <p:cNvSpPr/>
            <p:nvPr/>
          </p:nvSpPr>
          <p:spPr>
            <a:xfrm>
              <a:off x="9334440" y="-8640"/>
              <a:ext cx="2853000" cy="6865200"/>
            </a:xfrm>
            <a:custGeom>
              <a:avLst/>
              <a:gdLst>
                <a:gd name="textAreaLeft" fmla="*/ 0 w 2853000"/>
                <a:gd name="textAreaRight" fmla="*/ 2854440 w 285300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Noto Serif"/>
              </a:endParaRPr>
            </a:p>
          </p:txBody>
        </p:sp>
        <p:sp>
          <p:nvSpPr>
            <p:cNvPr id="142" name="Rectangle 28"/>
            <p:cNvSpPr/>
            <p:nvPr/>
          </p:nvSpPr>
          <p:spPr>
            <a:xfrm>
              <a:off x="10898640" y="-8640"/>
              <a:ext cx="1288800" cy="6865200"/>
            </a:xfrm>
            <a:custGeom>
              <a:avLst/>
              <a:gdLst>
                <a:gd name="textAreaLeft" fmla="*/ 0 w 1288800"/>
                <a:gd name="textAreaRight" fmla="*/ 1290240 w 128880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erif"/>
              </a:endParaRPr>
            </a:p>
          </p:txBody>
        </p:sp>
        <p:sp>
          <p:nvSpPr>
            <p:cNvPr id="143" name="Rectangle 29"/>
            <p:cNvSpPr/>
            <p:nvPr/>
          </p:nvSpPr>
          <p:spPr>
            <a:xfrm>
              <a:off x="10938960" y="-8640"/>
              <a:ext cx="1248480" cy="6865200"/>
            </a:xfrm>
            <a:custGeom>
              <a:avLst/>
              <a:gdLst>
                <a:gd name="textAreaLeft" fmla="*/ 0 w 1248480"/>
                <a:gd name="textAreaRight" fmla="*/ 1249920 w 124848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erif"/>
              </a:endParaRPr>
            </a:p>
          </p:txBody>
        </p:sp>
        <p:sp>
          <p:nvSpPr>
            <p:cNvPr id="144" name="Isosceles Triangle 27"/>
            <p:cNvSpPr/>
            <p:nvPr/>
          </p:nvSpPr>
          <p:spPr>
            <a:xfrm>
              <a:off x="10371600" y="3589920"/>
              <a:ext cx="1815840" cy="326664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erif"/>
              </a:endParaRPr>
            </a:p>
          </p:txBody>
        </p:sp>
        <p:sp>
          <p:nvSpPr>
            <p:cNvPr id="145" name="Isosceles Triangle 28"/>
            <p:cNvSpPr/>
            <p:nvPr/>
          </p:nvSpPr>
          <p:spPr>
            <a:xfrm>
              <a:off x="0" y="4013280"/>
              <a:ext cx="447120" cy="284328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erif"/>
              </a:endParaRPr>
            </a:p>
          </p:txBody>
        </p:sp>
      </p:grpSp>
      <p:sp>
        <p:nvSpPr>
          <p:cNvPr id="146" name="PlaceHolder 1"/>
          <p:cNvSpPr>
            <a:spLocks noGrp="1"/>
          </p:cNvSpPr>
          <p:nvPr>
            <p:ph type="title"/>
          </p:nvPr>
        </p:nvSpPr>
        <p:spPr>
          <a:xfrm>
            <a:off x="685800" y="609480"/>
            <a:ext cx="8586720" cy="3021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Click to edit Master title style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147" name="PlaceHolder 2"/>
          <p:cNvSpPr>
            <a:spLocks noGrp="1"/>
          </p:cNvSpPr>
          <p:nvPr>
            <p:ph type="body"/>
          </p:nvPr>
        </p:nvSpPr>
        <p:spPr>
          <a:xfrm>
            <a:off x="677160" y="4013280"/>
            <a:ext cx="8595360" cy="51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US" sz="24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148" name="PlaceHolder 3"/>
          <p:cNvSpPr>
            <a:spLocks noGrp="1"/>
          </p:cNvSpPr>
          <p:nvPr>
            <p:ph type="body"/>
          </p:nvPr>
        </p:nvSpPr>
        <p:spPr>
          <a:xfrm>
            <a:off x="677160" y="4527360"/>
            <a:ext cx="8595360" cy="1512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US" sz="1800" b="0" u="none" strike="noStrik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149" name="PlaceHolder 4"/>
          <p:cNvSpPr>
            <a:spLocks noGrp="1"/>
          </p:cNvSpPr>
          <p:nvPr>
            <p:ph type="dt" idx="22"/>
          </p:nvPr>
        </p:nvSpPr>
        <p:spPr>
          <a:xfrm>
            <a:off x="7205040" y="6041520"/>
            <a:ext cx="9104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150" name="PlaceHolder 5"/>
          <p:cNvSpPr>
            <a:spLocks noGrp="1"/>
          </p:cNvSpPr>
          <p:nvPr>
            <p:ph type="ftr" idx="23"/>
          </p:nvPr>
        </p:nvSpPr>
        <p:spPr>
          <a:xfrm>
            <a:off x="677160" y="6041520"/>
            <a:ext cx="62960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erif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erif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151" name="PlaceHolder 6"/>
          <p:cNvSpPr>
            <a:spLocks noGrp="1"/>
          </p:cNvSpPr>
          <p:nvPr>
            <p:ph type="sldNum" idx="24"/>
          </p:nvPr>
        </p:nvSpPr>
        <p:spPr>
          <a:xfrm>
            <a:off x="8590680" y="6041520"/>
            <a:ext cx="6818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8F0A9E3C-A15A-40A3-AD4A-E2FC5A3B9450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blipFill rotWithShape="0">
          <a:blip r:embed="rId2"/>
          <a:tile tx="0" ty="0" sx="100000" sy="100000" algn="tl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2" name="Group 6"/>
          <p:cNvGrpSpPr/>
          <p:nvPr/>
        </p:nvGrpSpPr>
        <p:grpSpPr>
          <a:xfrm>
            <a:off x="0" y="-8640"/>
            <a:ext cx="12190680" cy="6867720"/>
            <a:chOff x="0" y="-8640"/>
            <a:chExt cx="12190680" cy="6867720"/>
          </a:xfrm>
        </p:grpSpPr>
        <p:cxnSp>
          <p:nvCxnSpPr>
            <p:cNvPr id="153" name="Straight Connector 19"/>
            <p:cNvCxnSpPr/>
            <p:nvPr/>
          </p:nvCxnSpPr>
          <p:spPr>
            <a:xfrm>
              <a:off x="9370800" y="0"/>
              <a:ext cx="1220760" cy="6859440"/>
            </a:xfrm>
            <a:prstGeom prst="straightConnector1">
              <a:avLst/>
            </a:prstGeom>
            <a:ln cap="rnd" w="9525">
              <a:solidFill>
                <a:srgbClr val="bfbfbf"/>
              </a:solidFill>
              <a:round/>
            </a:ln>
          </p:spPr>
        </p:cxnSp>
        <p:cxnSp>
          <p:nvCxnSpPr>
            <p:cNvPr id="154" name="Straight Connector 20"/>
            <p:cNvCxnSpPr/>
            <p:nvPr/>
          </p:nvCxnSpPr>
          <p:spPr>
            <a:xfrm flipH="1">
              <a:off x="7425000" y="3681360"/>
              <a:ext cx="4764960" cy="3178080"/>
            </a:xfrm>
            <a:prstGeom prst="straightConnector1">
              <a:avLst/>
            </a:prstGeom>
            <a:ln cap="rnd" w="9525">
              <a:solidFill>
                <a:srgbClr val="d9d9d9"/>
              </a:solidFill>
              <a:round/>
            </a:ln>
          </p:spPr>
        </p:cxnSp>
        <p:sp>
          <p:nvSpPr>
            <p:cNvPr id="155" name="Rectangle 23"/>
            <p:cNvSpPr/>
            <p:nvPr/>
          </p:nvSpPr>
          <p:spPr>
            <a:xfrm>
              <a:off x="9181440" y="-8640"/>
              <a:ext cx="3006000" cy="6865200"/>
            </a:xfrm>
            <a:custGeom>
              <a:avLst/>
              <a:gdLst>
                <a:gd name="textAreaLeft" fmla="*/ 0 w 3006000"/>
                <a:gd name="textAreaRight" fmla="*/ 3007440 w 300600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erif"/>
              </a:endParaRPr>
            </a:p>
          </p:txBody>
        </p:sp>
        <p:sp>
          <p:nvSpPr>
            <p:cNvPr id="156" name="Rectangle 25"/>
            <p:cNvSpPr/>
            <p:nvPr/>
          </p:nvSpPr>
          <p:spPr>
            <a:xfrm>
              <a:off x="9603360" y="-8640"/>
              <a:ext cx="2586960" cy="6865200"/>
            </a:xfrm>
            <a:custGeom>
              <a:avLst/>
              <a:gdLst>
                <a:gd name="textAreaLeft" fmla="*/ 0 w 2586960"/>
                <a:gd name="textAreaRight" fmla="*/ 2588400 w 258696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erif"/>
              </a:endParaRPr>
            </a:p>
          </p:txBody>
        </p:sp>
        <p:sp>
          <p:nvSpPr>
            <p:cNvPr id="157" name="Isosceles Triangle 23"/>
            <p:cNvSpPr/>
            <p:nvPr/>
          </p:nvSpPr>
          <p:spPr>
            <a:xfrm>
              <a:off x="8932320" y="3048120"/>
              <a:ext cx="3258360" cy="380844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Noto Serif"/>
              </a:endParaRPr>
            </a:p>
          </p:txBody>
        </p:sp>
        <p:sp>
          <p:nvSpPr>
            <p:cNvPr id="158" name="Rectangle 27"/>
            <p:cNvSpPr/>
            <p:nvPr/>
          </p:nvSpPr>
          <p:spPr>
            <a:xfrm>
              <a:off x="9334440" y="-8640"/>
              <a:ext cx="2853000" cy="6865200"/>
            </a:xfrm>
            <a:custGeom>
              <a:avLst/>
              <a:gdLst>
                <a:gd name="textAreaLeft" fmla="*/ 0 w 2853000"/>
                <a:gd name="textAreaRight" fmla="*/ 2854440 w 285300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Noto Serif"/>
              </a:endParaRPr>
            </a:p>
          </p:txBody>
        </p:sp>
        <p:sp>
          <p:nvSpPr>
            <p:cNvPr id="159" name="Rectangle 28"/>
            <p:cNvSpPr/>
            <p:nvPr/>
          </p:nvSpPr>
          <p:spPr>
            <a:xfrm>
              <a:off x="10898640" y="-8640"/>
              <a:ext cx="1288800" cy="6865200"/>
            </a:xfrm>
            <a:custGeom>
              <a:avLst/>
              <a:gdLst>
                <a:gd name="textAreaLeft" fmla="*/ 0 w 1288800"/>
                <a:gd name="textAreaRight" fmla="*/ 1290240 w 128880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erif"/>
              </a:endParaRPr>
            </a:p>
          </p:txBody>
        </p:sp>
        <p:sp>
          <p:nvSpPr>
            <p:cNvPr id="160" name="Rectangle 29"/>
            <p:cNvSpPr/>
            <p:nvPr/>
          </p:nvSpPr>
          <p:spPr>
            <a:xfrm>
              <a:off x="10938960" y="-8640"/>
              <a:ext cx="1248480" cy="6865200"/>
            </a:xfrm>
            <a:custGeom>
              <a:avLst/>
              <a:gdLst>
                <a:gd name="textAreaLeft" fmla="*/ 0 w 1248480"/>
                <a:gd name="textAreaRight" fmla="*/ 1249920 w 124848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erif"/>
              </a:endParaRPr>
            </a:p>
          </p:txBody>
        </p:sp>
        <p:sp>
          <p:nvSpPr>
            <p:cNvPr id="161" name="Isosceles Triangle 27"/>
            <p:cNvSpPr/>
            <p:nvPr/>
          </p:nvSpPr>
          <p:spPr>
            <a:xfrm>
              <a:off x="10371600" y="3589920"/>
              <a:ext cx="1815840" cy="326664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erif"/>
              </a:endParaRPr>
            </a:p>
          </p:txBody>
        </p:sp>
        <p:sp>
          <p:nvSpPr>
            <p:cNvPr id="162" name="Isosceles Triangle 28"/>
            <p:cNvSpPr/>
            <p:nvPr/>
          </p:nvSpPr>
          <p:spPr>
            <a:xfrm>
              <a:off x="0" y="4013280"/>
              <a:ext cx="447120" cy="284328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erif"/>
              </a:endParaRPr>
            </a:p>
          </p:txBody>
        </p:sp>
      </p:grpSp>
      <p:sp>
        <p:nvSpPr>
          <p:cNvPr id="163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5360" cy="1319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6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Click to edit Master title style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164" name="PlaceHolder 2"/>
          <p:cNvSpPr>
            <a:spLocks noGrp="1"/>
          </p:cNvSpPr>
          <p:nvPr>
            <p:ph type="body"/>
          </p:nvPr>
        </p:nvSpPr>
        <p:spPr>
          <a:xfrm>
            <a:off x="677160" y="2160720"/>
            <a:ext cx="8595360" cy="387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Second level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Third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Fourth level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Fifth level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165" name="PlaceHolder 3"/>
          <p:cNvSpPr>
            <a:spLocks noGrp="1"/>
          </p:cNvSpPr>
          <p:nvPr>
            <p:ph type="dt" idx="25"/>
          </p:nvPr>
        </p:nvSpPr>
        <p:spPr>
          <a:xfrm>
            <a:off x="7205040" y="6041520"/>
            <a:ext cx="9104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166" name="PlaceHolder 4"/>
          <p:cNvSpPr>
            <a:spLocks noGrp="1"/>
          </p:cNvSpPr>
          <p:nvPr>
            <p:ph type="ftr" idx="26"/>
          </p:nvPr>
        </p:nvSpPr>
        <p:spPr>
          <a:xfrm>
            <a:off x="677160" y="6041520"/>
            <a:ext cx="62960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erif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erif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167" name="PlaceHolder 5"/>
          <p:cNvSpPr>
            <a:spLocks noGrp="1"/>
          </p:cNvSpPr>
          <p:nvPr>
            <p:ph type="sldNum" idx="27"/>
          </p:nvPr>
        </p:nvSpPr>
        <p:spPr>
          <a:xfrm>
            <a:off x="8590680" y="6041520"/>
            <a:ext cx="6818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CC3E664D-5346-43DC-BE2B-E9CD6C850D2B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blipFill rotWithShape="0">
          <a:blip r:embed="rId2"/>
          <a:tile tx="0" ty="0" sx="100000" sy="100000" algn="tl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8" name="Group 6"/>
          <p:cNvGrpSpPr/>
          <p:nvPr/>
        </p:nvGrpSpPr>
        <p:grpSpPr>
          <a:xfrm>
            <a:off x="0" y="-8640"/>
            <a:ext cx="12190680" cy="6867720"/>
            <a:chOff x="0" y="-8640"/>
            <a:chExt cx="12190680" cy="6867720"/>
          </a:xfrm>
        </p:grpSpPr>
        <p:cxnSp>
          <p:nvCxnSpPr>
            <p:cNvPr id="169" name="Straight Connector 19"/>
            <p:cNvCxnSpPr/>
            <p:nvPr/>
          </p:nvCxnSpPr>
          <p:spPr>
            <a:xfrm>
              <a:off x="9370800" y="0"/>
              <a:ext cx="1220760" cy="6859440"/>
            </a:xfrm>
            <a:prstGeom prst="straightConnector1">
              <a:avLst/>
            </a:prstGeom>
            <a:ln cap="rnd" w="9525">
              <a:solidFill>
                <a:srgbClr val="bfbfbf"/>
              </a:solidFill>
              <a:round/>
            </a:ln>
          </p:spPr>
        </p:cxnSp>
        <p:cxnSp>
          <p:nvCxnSpPr>
            <p:cNvPr id="170" name="Straight Connector 20"/>
            <p:cNvCxnSpPr/>
            <p:nvPr/>
          </p:nvCxnSpPr>
          <p:spPr>
            <a:xfrm flipH="1">
              <a:off x="7425000" y="3681360"/>
              <a:ext cx="4764960" cy="3178080"/>
            </a:xfrm>
            <a:prstGeom prst="straightConnector1">
              <a:avLst/>
            </a:prstGeom>
            <a:ln cap="rnd" w="9525">
              <a:solidFill>
                <a:srgbClr val="d9d9d9"/>
              </a:solidFill>
              <a:round/>
            </a:ln>
          </p:spPr>
        </p:cxnSp>
        <p:sp>
          <p:nvSpPr>
            <p:cNvPr id="171" name="Rectangle 23"/>
            <p:cNvSpPr/>
            <p:nvPr/>
          </p:nvSpPr>
          <p:spPr>
            <a:xfrm>
              <a:off x="9181440" y="-8640"/>
              <a:ext cx="3006000" cy="6865200"/>
            </a:xfrm>
            <a:custGeom>
              <a:avLst/>
              <a:gdLst>
                <a:gd name="textAreaLeft" fmla="*/ 0 w 3006000"/>
                <a:gd name="textAreaRight" fmla="*/ 3007440 w 300600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erif"/>
              </a:endParaRPr>
            </a:p>
          </p:txBody>
        </p:sp>
        <p:sp>
          <p:nvSpPr>
            <p:cNvPr id="172" name="Rectangle 25"/>
            <p:cNvSpPr/>
            <p:nvPr/>
          </p:nvSpPr>
          <p:spPr>
            <a:xfrm>
              <a:off x="9603360" y="-8640"/>
              <a:ext cx="2586960" cy="6865200"/>
            </a:xfrm>
            <a:custGeom>
              <a:avLst/>
              <a:gdLst>
                <a:gd name="textAreaLeft" fmla="*/ 0 w 2586960"/>
                <a:gd name="textAreaRight" fmla="*/ 2588400 w 258696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erif"/>
              </a:endParaRPr>
            </a:p>
          </p:txBody>
        </p:sp>
        <p:sp>
          <p:nvSpPr>
            <p:cNvPr id="173" name="Isosceles Triangle 23"/>
            <p:cNvSpPr/>
            <p:nvPr/>
          </p:nvSpPr>
          <p:spPr>
            <a:xfrm>
              <a:off x="8932320" y="3048120"/>
              <a:ext cx="3258360" cy="380844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Noto Serif"/>
              </a:endParaRPr>
            </a:p>
          </p:txBody>
        </p:sp>
        <p:sp>
          <p:nvSpPr>
            <p:cNvPr id="174" name="Rectangle 27"/>
            <p:cNvSpPr/>
            <p:nvPr/>
          </p:nvSpPr>
          <p:spPr>
            <a:xfrm>
              <a:off x="9334440" y="-8640"/>
              <a:ext cx="2853000" cy="6865200"/>
            </a:xfrm>
            <a:custGeom>
              <a:avLst/>
              <a:gdLst>
                <a:gd name="textAreaLeft" fmla="*/ 0 w 2853000"/>
                <a:gd name="textAreaRight" fmla="*/ 2854440 w 285300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Noto Serif"/>
              </a:endParaRPr>
            </a:p>
          </p:txBody>
        </p:sp>
        <p:sp>
          <p:nvSpPr>
            <p:cNvPr id="175" name="Rectangle 28"/>
            <p:cNvSpPr/>
            <p:nvPr/>
          </p:nvSpPr>
          <p:spPr>
            <a:xfrm>
              <a:off x="10898640" y="-8640"/>
              <a:ext cx="1288800" cy="6865200"/>
            </a:xfrm>
            <a:custGeom>
              <a:avLst/>
              <a:gdLst>
                <a:gd name="textAreaLeft" fmla="*/ 0 w 1288800"/>
                <a:gd name="textAreaRight" fmla="*/ 1290240 w 128880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erif"/>
              </a:endParaRPr>
            </a:p>
          </p:txBody>
        </p:sp>
        <p:sp>
          <p:nvSpPr>
            <p:cNvPr id="176" name="Rectangle 29"/>
            <p:cNvSpPr/>
            <p:nvPr/>
          </p:nvSpPr>
          <p:spPr>
            <a:xfrm>
              <a:off x="10938960" y="-8640"/>
              <a:ext cx="1248480" cy="6865200"/>
            </a:xfrm>
            <a:custGeom>
              <a:avLst/>
              <a:gdLst>
                <a:gd name="textAreaLeft" fmla="*/ 0 w 1248480"/>
                <a:gd name="textAreaRight" fmla="*/ 1249920 w 124848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erif"/>
              </a:endParaRPr>
            </a:p>
          </p:txBody>
        </p:sp>
        <p:sp>
          <p:nvSpPr>
            <p:cNvPr id="177" name="Isosceles Triangle 27"/>
            <p:cNvSpPr/>
            <p:nvPr/>
          </p:nvSpPr>
          <p:spPr>
            <a:xfrm>
              <a:off x="10371600" y="3589920"/>
              <a:ext cx="1815840" cy="326664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erif"/>
              </a:endParaRPr>
            </a:p>
          </p:txBody>
        </p:sp>
        <p:sp>
          <p:nvSpPr>
            <p:cNvPr id="178" name="Isosceles Triangle 28"/>
            <p:cNvSpPr/>
            <p:nvPr/>
          </p:nvSpPr>
          <p:spPr>
            <a:xfrm>
              <a:off x="0" y="4013280"/>
              <a:ext cx="447120" cy="284328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erif"/>
              </a:endParaRPr>
            </a:p>
          </p:txBody>
        </p:sp>
      </p:grpSp>
      <p:sp>
        <p:nvSpPr>
          <p:cNvPr id="179" name="PlaceHolder 1"/>
          <p:cNvSpPr>
            <a:spLocks noGrp="1"/>
          </p:cNvSpPr>
          <p:nvPr>
            <p:ph type="title"/>
          </p:nvPr>
        </p:nvSpPr>
        <p:spPr>
          <a:xfrm>
            <a:off x="7967520" y="609480"/>
            <a:ext cx="1303200" cy="5249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6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C</a:t>
            </a:r>
            <a:r>
              <a:rPr lang="en-US" sz="36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li</a:t>
            </a:r>
            <a:r>
              <a:rPr lang="en-US" sz="36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c</a:t>
            </a:r>
            <a:r>
              <a:rPr lang="en-US" sz="36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k</a:t>
            </a:r>
            <a:r>
              <a:rPr lang="en-US" sz="36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 </a:t>
            </a:r>
            <a:r>
              <a:rPr lang="en-US" sz="36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t</a:t>
            </a:r>
            <a:r>
              <a:rPr lang="en-US" sz="36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o</a:t>
            </a:r>
            <a:r>
              <a:rPr lang="en-US" sz="36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 </a:t>
            </a:r>
            <a:r>
              <a:rPr lang="en-US" sz="36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e</a:t>
            </a:r>
            <a:r>
              <a:rPr lang="en-US" sz="36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d</a:t>
            </a:r>
            <a:r>
              <a:rPr lang="en-US" sz="36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i</a:t>
            </a:r>
            <a:r>
              <a:rPr lang="en-US" sz="36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t </a:t>
            </a:r>
            <a:r>
              <a:rPr lang="en-US" sz="36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M</a:t>
            </a:r>
            <a:r>
              <a:rPr lang="en-US" sz="36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a</a:t>
            </a:r>
            <a:r>
              <a:rPr lang="en-US" sz="36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s</a:t>
            </a:r>
            <a:r>
              <a:rPr lang="en-US" sz="36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t</a:t>
            </a:r>
            <a:r>
              <a:rPr lang="en-US" sz="36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e</a:t>
            </a:r>
            <a:r>
              <a:rPr lang="en-US" sz="36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r </a:t>
            </a:r>
            <a:r>
              <a:rPr lang="en-US" sz="36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t</a:t>
            </a:r>
            <a:r>
              <a:rPr lang="en-US" sz="36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i</a:t>
            </a:r>
            <a:r>
              <a:rPr lang="en-US" sz="36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t</a:t>
            </a:r>
            <a:r>
              <a:rPr lang="en-US" sz="36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l</a:t>
            </a:r>
            <a:r>
              <a:rPr lang="en-US" sz="36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e</a:t>
            </a:r>
            <a:r>
              <a:rPr lang="en-US" sz="36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 </a:t>
            </a:r>
            <a:r>
              <a:rPr lang="en-US" sz="36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s</a:t>
            </a:r>
            <a:r>
              <a:rPr lang="en-US" sz="36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t</a:t>
            </a:r>
            <a:r>
              <a:rPr lang="en-US" sz="36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y</a:t>
            </a:r>
            <a:r>
              <a:rPr lang="en-US" sz="36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l</a:t>
            </a:r>
            <a:r>
              <a:rPr lang="en-US" sz="36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e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180" name="PlaceHolder 2"/>
          <p:cNvSpPr>
            <a:spLocks noGrp="1"/>
          </p:cNvSpPr>
          <p:nvPr>
            <p:ph type="body"/>
          </p:nvPr>
        </p:nvSpPr>
        <p:spPr>
          <a:xfrm>
            <a:off x="677160" y="609480"/>
            <a:ext cx="7058880" cy="5249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Second level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Third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Fourth level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Fifth level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181" name="PlaceHolder 3"/>
          <p:cNvSpPr>
            <a:spLocks noGrp="1"/>
          </p:cNvSpPr>
          <p:nvPr>
            <p:ph type="dt" idx="28"/>
          </p:nvPr>
        </p:nvSpPr>
        <p:spPr>
          <a:xfrm>
            <a:off x="7205040" y="6041520"/>
            <a:ext cx="9104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182" name="PlaceHolder 4"/>
          <p:cNvSpPr>
            <a:spLocks noGrp="1"/>
          </p:cNvSpPr>
          <p:nvPr>
            <p:ph type="ftr" idx="29"/>
          </p:nvPr>
        </p:nvSpPr>
        <p:spPr>
          <a:xfrm>
            <a:off x="677160" y="6041520"/>
            <a:ext cx="62960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erif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erif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183" name="PlaceHolder 5"/>
          <p:cNvSpPr>
            <a:spLocks noGrp="1"/>
          </p:cNvSpPr>
          <p:nvPr>
            <p:ph type="sldNum" idx="30"/>
          </p:nvPr>
        </p:nvSpPr>
        <p:spPr>
          <a:xfrm>
            <a:off x="8590680" y="6041520"/>
            <a:ext cx="6818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7910BF45-0AAE-43AE-BF02-F0A94E13311D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blipFill rotWithShape="0">
          <a:blip r:embed="rId2"/>
          <a:tile tx="0" ty="0" sx="100000" sy="100000" algn="tl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4" name="Group 6"/>
          <p:cNvGrpSpPr/>
          <p:nvPr/>
        </p:nvGrpSpPr>
        <p:grpSpPr>
          <a:xfrm>
            <a:off x="0" y="-8640"/>
            <a:ext cx="12190680" cy="6867720"/>
            <a:chOff x="0" y="-8640"/>
            <a:chExt cx="12190680" cy="6867720"/>
          </a:xfrm>
        </p:grpSpPr>
        <p:cxnSp>
          <p:nvCxnSpPr>
            <p:cNvPr id="185" name="Straight Connector 19"/>
            <p:cNvCxnSpPr/>
            <p:nvPr/>
          </p:nvCxnSpPr>
          <p:spPr>
            <a:xfrm>
              <a:off x="9370800" y="0"/>
              <a:ext cx="1220760" cy="6859440"/>
            </a:xfrm>
            <a:prstGeom prst="straightConnector1">
              <a:avLst/>
            </a:prstGeom>
            <a:ln cap="rnd" w="9525">
              <a:solidFill>
                <a:srgbClr val="bfbfbf"/>
              </a:solidFill>
              <a:round/>
            </a:ln>
          </p:spPr>
        </p:cxnSp>
        <p:cxnSp>
          <p:nvCxnSpPr>
            <p:cNvPr id="186" name="Straight Connector 20"/>
            <p:cNvCxnSpPr/>
            <p:nvPr/>
          </p:nvCxnSpPr>
          <p:spPr>
            <a:xfrm flipH="1">
              <a:off x="7425000" y="3681360"/>
              <a:ext cx="4764960" cy="3178080"/>
            </a:xfrm>
            <a:prstGeom prst="straightConnector1">
              <a:avLst/>
            </a:prstGeom>
            <a:ln cap="rnd" w="9525">
              <a:solidFill>
                <a:srgbClr val="d9d9d9"/>
              </a:solidFill>
              <a:round/>
            </a:ln>
          </p:spPr>
        </p:cxnSp>
        <p:sp>
          <p:nvSpPr>
            <p:cNvPr id="187" name="Rectangle 23"/>
            <p:cNvSpPr/>
            <p:nvPr/>
          </p:nvSpPr>
          <p:spPr>
            <a:xfrm>
              <a:off x="9181440" y="-8640"/>
              <a:ext cx="3006000" cy="6865200"/>
            </a:xfrm>
            <a:custGeom>
              <a:avLst/>
              <a:gdLst>
                <a:gd name="textAreaLeft" fmla="*/ 0 w 3006000"/>
                <a:gd name="textAreaRight" fmla="*/ 3007440 w 300600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erif"/>
              </a:endParaRPr>
            </a:p>
          </p:txBody>
        </p:sp>
        <p:sp>
          <p:nvSpPr>
            <p:cNvPr id="188" name="Rectangle 25"/>
            <p:cNvSpPr/>
            <p:nvPr/>
          </p:nvSpPr>
          <p:spPr>
            <a:xfrm>
              <a:off x="9603360" y="-8640"/>
              <a:ext cx="2586960" cy="6865200"/>
            </a:xfrm>
            <a:custGeom>
              <a:avLst/>
              <a:gdLst>
                <a:gd name="textAreaLeft" fmla="*/ 0 w 2586960"/>
                <a:gd name="textAreaRight" fmla="*/ 2588400 w 258696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erif"/>
              </a:endParaRPr>
            </a:p>
          </p:txBody>
        </p:sp>
        <p:sp>
          <p:nvSpPr>
            <p:cNvPr id="189" name="Isosceles Triangle 23"/>
            <p:cNvSpPr/>
            <p:nvPr/>
          </p:nvSpPr>
          <p:spPr>
            <a:xfrm>
              <a:off x="8932320" y="3048120"/>
              <a:ext cx="3258360" cy="380844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Noto Serif"/>
              </a:endParaRPr>
            </a:p>
          </p:txBody>
        </p:sp>
        <p:sp>
          <p:nvSpPr>
            <p:cNvPr id="190" name="Rectangle 27"/>
            <p:cNvSpPr/>
            <p:nvPr/>
          </p:nvSpPr>
          <p:spPr>
            <a:xfrm>
              <a:off x="9334440" y="-8640"/>
              <a:ext cx="2853000" cy="6865200"/>
            </a:xfrm>
            <a:custGeom>
              <a:avLst/>
              <a:gdLst>
                <a:gd name="textAreaLeft" fmla="*/ 0 w 2853000"/>
                <a:gd name="textAreaRight" fmla="*/ 2854440 w 285300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Noto Serif"/>
              </a:endParaRPr>
            </a:p>
          </p:txBody>
        </p:sp>
        <p:sp>
          <p:nvSpPr>
            <p:cNvPr id="191" name="Rectangle 28"/>
            <p:cNvSpPr/>
            <p:nvPr/>
          </p:nvSpPr>
          <p:spPr>
            <a:xfrm>
              <a:off x="10898640" y="-8640"/>
              <a:ext cx="1288800" cy="6865200"/>
            </a:xfrm>
            <a:custGeom>
              <a:avLst/>
              <a:gdLst>
                <a:gd name="textAreaLeft" fmla="*/ 0 w 1288800"/>
                <a:gd name="textAreaRight" fmla="*/ 1290240 w 128880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erif"/>
              </a:endParaRPr>
            </a:p>
          </p:txBody>
        </p:sp>
        <p:sp>
          <p:nvSpPr>
            <p:cNvPr id="192" name="Rectangle 29"/>
            <p:cNvSpPr/>
            <p:nvPr/>
          </p:nvSpPr>
          <p:spPr>
            <a:xfrm>
              <a:off x="10938960" y="-8640"/>
              <a:ext cx="1248480" cy="6865200"/>
            </a:xfrm>
            <a:custGeom>
              <a:avLst/>
              <a:gdLst>
                <a:gd name="textAreaLeft" fmla="*/ 0 w 1248480"/>
                <a:gd name="textAreaRight" fmla="*/ 1249920 w 124848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erif"/>
              </a:endParaRPr>
            </a:p>
          </p:txBody>
        </p:sp>
        <p:sp>
          <p:nvSpPr>
            <p:cNvPr id="193" name="Isosceles Triangle 27"/>
            <p:cNvSpPr/>
            <p:nvPr/>
          </p:nvSpPr>
          <p:spPr>
            <a:xfrm>
              <a:off x="10371600" y="3589920"/>
              <a:ext cx="1815840" cy="326664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erif"/>
              </a:endParaRPr>
            </a:p>
          </p:txBody>
        </p:sp>
        <p:sp>
          <p:nvSpPr>
            <p:cNvPr id="194" name="Isosceles Triangle 28"/>
            <p:cNvSpPr/>
            <p:nvPr/>
          </p:nvSpPr>
          <p:spPr>
            <a:xfrm>
              <a:off x="0" y="4013280"/>
              <a:ext cx="447120" cy="284328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erif"/>
              </a:endParaRPr>
            </a:p>
          </p:txBody>
        </p:sp>
      </p:grpSp>
      <p:sp>
        <p:nvSpPr>
          <p:cNvPr id="195" name="PlaceHolder 1"/>
          <p:cNvSpPr>
            <a:spLocks noGrp="1"/>
          </p:cNvSpPr>
          <p:nvPr>
            <p:ph type="title"/>
          </p:nvPr>
        </p:nvSpPr>
        <p:spPr>
          <a:xfrm>
            <a:off x="677160" y="2700720"/>
            <a:ext cx="8595360" cy="182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0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Click to edit Master title style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196" name="PlaceHolder 2"/>
          <p:cNvSpPr>
            <a:spLocks noGrp="1"/>
          </p:cNvSpPr>
          <p:nvPr>
            <p:ph type="body"/>
          </p:nvPr>
        </p:nvSpPr>
        <p:spPr>
          <a:xfrm>
            <a:off x="677160" y="4527360"/>
            <a:ext cx="8595360" cy="858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197" name="PlaceHolder 3"/>
          <p:cNvSpPr>
            <a:spLocks noGrp="1"/>
          </p:cNvSpPr>
          <p:nvPr>
            <p:ph type="dt" idx="31"/>
          </p:nvPr>
        </p:nvSpPr>
        <p:spPr>
          <a:xfrm>
            <a:off x="7205040" y="6041520"/>
            <a:ext cx="9104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198" name="PlaceHolder 4"/>
          <p:cNvSpPr>
            <a:spLocks noGrp="1"/>
          </p:cNvSpPr>
          <p:nvPr>
            <p:ph type="ftr" idx="32"/>
          </p:nvPr>
        </p:nvSpPr>
        <p:spPr>
          <a:xfrm>
            <a:off x="677160" y="6041520"/>
            <a:ext cx="62960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erif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erif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199" name="PlaceHolder 5"/>
          <p:cNvSpPr>
            <a:spLocks noGrp="1"/>
          </p:cNvSpPr>
          <p:nvPr>
            <p:ph type="sldNum" idx="33"/>
          </p:nvPr>
        </p:nvSpPr>
        <p:spPr>
          <a:xfrm>
            <a:off x="8590680" y="6041520"/>
            <a:ext cx="6818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C038A60D-E527-4A2F-A521-6D1E72897161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blipFill rotWithShape="0">
          <a:blip r:embed="rId2"/>
          <a:tile tx="0" ty="0" sx="100000" sy="100000" algn="tl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0" name="Group 6"/>
          <p:cNvGrpSpPr/>
          <p:nvPr/>
        </p:nvGrpSpPr>
        <p:grpSpPr>
          <a:xfrm>
            <a:off x="0" y="-8640"/>
            <a:ext cx="12190680" cy="6867720"/>
            <a:chOff x="0" y="-8640"/>
            <a:chExt cx="12190680" cy="6867720"/>
          </a:xfrm>
        </p:grpSpPr>
        <p:cxnSp>
          <p:nvCxnSpPr>
            <p:cNvPr id="201" name="Straight Connector 19"/>
            <p:cNvCxnSpPr/>
            <p:nvPr/>
          </p:nvCxnSpPr>
          <p:spPr>
            <a:xfrm>
              <a:off x="9370800" y="0"/>
              <a:ext cx="1220760" cy="6859440"/>
            </a:xfrm>
            <a:prstGeom prst="straightConnector1">
              <a:avLst/>
            </a:prstGeom>
            <a:ln cap="rnd" w="9525">
              <a:solidFill>
                <a:srgbClr val="bfbfbf"/>
              </a:solidFill>
              <a:round/>
            </a:ln>
          </p:spPr>
        </p:cxnSp>
        <p:cxnSp>
          <p:nvCxnSpPr>
            <p:cNvPr id="202" name="Straight Connector 20"/>
            <p:cNvCxnSpPr/>
            <p:nvPr/>
          </p:nvCxnSpPr>
          <p:spPr>
            <a:xfrm flipH="1">
              <a:off x="7425000" y="3681360"/>
              <a:ext cx="4764960" cy="3178080"/>
            </a:xfrm>
            <a:prstGeom prst="straightConnector1">
              <a:avLst/>
            </a:prstGeom>
            <a:ln cap="rnd" w="9525">
              <a:solidFill>
                <a:srgbClr val="d9d9d9"/>
              </a:solidFill>
              <a:round/>
            </a:ln>
          </p:spPr>
        </p:cxnSp>
        <p:sp>
          <p:nvSpPr>
            <p:cNvPr id="203" name="Rectangle 23"/>
            <p:cNvSpPr/>
            <p:nvPr/>
          </p:nvSpPr>
          <p:spPr>
            <a:xfrm>
              <a:off x="9181440" y="-8640"/>
              <a:ext cx="3006000" cy="6865200"/>
            </a:xfrm>
            <a:custGeom>
              <a:avLst/>
              <a:gdLst>
                <a:gd name="textAreaLeft" fmla="*/ 0 w 3006000"/>
                <a:gd name="textAreaRight" fmla="*/ 3007440 w 300600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erif"/>
              </a:endParaRPr>
            </a:p>
          </p:txBody>
        </p:sp>
        <p:sp>
          <p:nvSpPr>
            <p:cNvPr id="204" name="Rectangle 25"/>
            <p:cNvSpPr/>
            <p:nvPr/>
          </p:nvSpPr>
          <p:spPr>
            <a:xfrm>
              <a:off x="9603360" y="-8640"/>
              <a:ext cx="2586960" cy="6865200"/>
            </a:xfrm>
            <a:custGeom>
              <a:avLst/>
              <a:gdLst>
                <a:gd name="textAreaLeft" fmla="*/ 0 w 2586960"/>
                <a:gd name="textAreaRight" fmla="*/ 2588400 w 258696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erif"/>
              </a:endParaRPr>
            </a:p>
          </p:txBody>
        </p:sp>
        <p:sp>
          <p:nvSpPr>
            <p:cNvPr id="205" name="Isosceles Triangle 23"/>
            <p:cNvSpPr/>
            <p:nvPr/>
          </p:nvSpPr>
          <p:spPr>
            <a:xfrm>
              <a:off x="8932320" y="3048120"/>
              <a:ext cx="3258360" cy="380844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Noto Serif"/>
              </a:endParaRPr>
            </a:p>
          </p:txBody>
        </p:sp>
        <p:sp>
          <p:nvSpPr>
            <p:cNvPr id="206" name="Rectangle 27"/>
            <p:cNvSpPr/>
            <p:nvPr/>
          </p:nvSpPr>
          <p:spPr>
            <a:xfrm>
              <a:off x="9334440" y="-8640"/>
              <a:ext cx="2853000" cy="6865200"/>
            </a:xfrm>
            <a:custGeom>
              <a:avLst/>
              <a:gdLst>
                <a:gd name="textAreaLeft" fmla="*/ 0 w 2853000"/>
                <a:gd name="textAreaRight" fmla="*/ 2854440 w 285300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Noto Serif"/>
              </a:endParaRPr>
            </a:p>
          </p:txBody>
        </p:sp>
        <p:sp>
          <p:nvSpPr>
            <p:cNvPr id="207" name="Rectangle 28"/>
            <p:cNvSpPr/>
            <p:nvPr/>
          </p:nvSpPr>
          <p:spPr>
            <a:xfrm>
              <a:off x="10898640" y="-8640"/>
              <a:ext cx="1288800" cy="6865200"/>
            </a:xfrm>
            <a:custGeom>
              <a:avLst/>
              <a:gdLst>
                <a:gd name="textAreaLeft" fmla="*/ 0 w 1288800"/>
                <a:gd name="textAreaRight" fmla="*/ 1290240 w 128880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erif"/>
              </a:endParaRPr>
            </a:p>
          </p:txBody>
        </p:sp>
        <p:sp>
          <p:nvSpPr>
            <p:cNvPr id="208" name="Rectangle 29"/>
            <p:cNvSpPr/>
            <p:nvPr/>
          </p:nvSpPr>
          <p:spPr>
            <a:xfrm>
              <a:off x="10938960" y="-8640"/>
              <a:ext cx="1248480" cy="6865200"/>
            </a:xfrm>
            <a:custGeom>
              <a:avLst/>
              <a:gdLst>
                <a:gd name="textAreaLeft" fmla="*/ 0 w 1248480"/>
                <a:gd name="textAreaRight" fmla="*/ 1249920 w 124848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erif"/>
              </a:endParaRPr>
            </a:p>
          </p:txBody>
        </p:sp>
        <p:sp>
          <p:nvSpPr>
            <p:cNvPr id="209" name="Isosceles Triangle 27"/>
            <p:cNvSpPr/>
            <p:nvPr/>
          </p:nvSpPr>
          <p:spPr>
            <a:xfrm>
              <a:off x="10371600" y="3589920"/>
              <a:ext cx="1815840" cy="326664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erif"/>
              </a:endParaRPr>
            </a:p>
          </p:txBody>
        </p:sp>
        <p:sp>
          <p:nvSpPr>
            <p:cNvPr id="210" name="Isosceles Triangle 28"/>
            <p:cNvSpPr/>
            <p:nvPr/>
          </p:nvSpPr>
          <p:spPr>
            <a:xfrm>
              <a:off x="0" y="4013280"/>
              <a:ext cx="447120" cy="284328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erif"/>
              </a:endParaRPr>
            </a:p>
          </p:txBody>
        </p:sp>
      </p:grpSp>
      <p:sp>
        <p:nvSpPr>
          <p:cNvPr id="211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5360" cy="1319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6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Click to edit Master title style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212" name="PlaceHolder 2"/>
          <p:cNvSpPr>
            <a:spLocks noGrp="1"/>
          </p:cNvSpPr>
          <p:nvPr>
            <p:ph type="body"/>
          </p:nvPr>
        </p:nvSpPr>
        <p:spPr>
          <a:xfrm>
            <a:off x="677160" y="2160720"/>
            <a:ext cx="4182480" cy="387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Second level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Third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Fourth level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Fifth level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213" name="PlaceHolder 3"/>
          <p:cNvSpPr>
            <a:spLocks noGrp="1"/>
          </p:cNvSpPr>
          <p:nvPr>
            <p:ph type="body"/>
          </p:nvPr>
        </p:nvSpPr>
        <p:spPr>
          <a:xfrm>
            <a:off x="5090040" y="2160720"/>
            <a:ext cx="4182480" cy="387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Second level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Third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Fourth level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Fifth level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214" name="PlaceHolder 4"/>
          <p:cNvSpPr>
            <a:spLocks noGrp="1"/>
          </p:cNvSpPr>
          <p:nvPr>
            <p:ph type="dt" idx="34"/>
          </p:nvPr>
        </p:nvSpPr>
        <p:spPr>
          <a:xfrm>
            <a:off x="7205040" y="6041520"/>
            <a:ext cx="9104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215" name="PlaceHolder 5"/>
          <p:cNvSpPr>
            <a:spLocks noGrp="1"/>
          </p:cNvSpPr>
          <p:nvPr>
            <p:ph type="ftr" idx="35"/>
          </p:nvPr>
        </p:nvSpPr>
        <p:spPr>
          <a:xfrm>
            <a:off x="677160" y="6041520"/>
            <a:ext cx="62960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erif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erif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216" name="PlaceHolder 6"/>
          <p:cNvSpPr>
            <a:spLocks noGrp="1"/>
          </p:cNvSpPr>
          <p:nvPr>
            <p:ph type="sldNum" idx="36"/>
          </p:nvPr>
        </p:nvSpPr>
        <p:spPr>
          <a:xfrm>
            <a:off x="8590680" y="6041520"/>
            <a:ext cx="6818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48108706-9CC8-4081-9181-B2813BC7451F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blipFill rotWithShape="0">
          <a:blip r:embed="rId2"/>
          <a:tile tx="0" ty="0" sx="100000" sy="100000" algn="tl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7" name="Group 6"/>
          <p:cNvGrpSpPr/>
          <p:nvPr/>
        </p:nvGrpSpPr>
        <p:grpSpPr>
          <a:xfrm>
            <a:off x="0" y="-8640"/>
            <a:ext cx="12190680" cy="6867720"/>
            <a:chOff x="0" y="-8640"/>
            <a:chExt cx="12190680" cy="6867720"/>
          </a:xfrm>
        </p:grpSpPr>
        <p:cxnSp>
          <p:nvCxnSpPr>
            <p:cNvPr id="218" name="Straight Connector 19"/>
            <p:cNvCxnSpPr/>
            <p:nvPr/>
          </p:nvCxnSpPr>
          <p:spPr>
            <a:xfrm>
              <a:off x="9370800" y="0"/>
              <a:ext cx="1220760" cy="6859440"/>
            </a:xfrm>
            <a:prstGeom prst="straightConnector1">
              <a:avLst/>
            </a:prstGeom>
            <a:ln cap="rnd" w="9525">
              <a:solidFill>
                <a:srgbClr val="bfbfbf"/>
              </a:solidFill>
              <a:round/>
            </a:ln>
          </p:spPr>
        </p:cxnSp>
        <p:cxnSp>
          <p:nvCxnSpPr>
            <p:cNvPr id="219" name="Straight Connector 20"/>
            <p:cNvCxnSpPr/>
            <p:nvPr/>
          </p:nvCxnSpPr>
          <p:spPr>
            <a:xfrm flipH="1">
              <a:off x="7425000" y="3681360"/>
              <a:ext cx="4764960" cy="3178080"/>
            </a:xfrm>
            <a:prstGeom prst="straightConnector1">
              <a:avLst/>
            </a:prstGeom>
            <a:ln cap="rnd" w="9525">
              <a:solidFill>
                <a:srgbClr val="d9d9d9"/>
              </a:solidFill>
              <a:round/>
            </a:ln>
          </p:spPr>
        </p:cxnSp>
        <p:sp>
          <p:nvSpPr>
            <p:cNvPr id="220" name="Rectangle 23"/>
            <p:cNvSpPr/>
            <p:nvPr/>
          </p:nvSpPr>
          <p:spPr>
            <a:xfrm>
              <a:off x="9181440" y="-8640"/>
              <a:ext cx="3006000" cy="6865200"/>
            </a:xfrm>
            <a:custGeom>
              <a:avLst/>
              <a:gdLst>
                <a:gd name="textAreaLeft" fmla="*/ 0 w 3006000"/>
                <a:gd name="textAreaRight" fmla="*/ 3007440 w 300600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erif"/>
              </a:endParaRPr>
            </a:p>
          </p:txBody>
        </p:sp>
        <p:sp>
          <p:nvSpPr>
            <p:cNvPr id="221" name="Rectangle 25"/>
            <p:cNvSpPr/>
            <p:nvPr/>
          </p:nvSpPr>
          <p:spPr>
            <a:xfrm>
              <a:off x="9603360" y="-8640"/>
              <a:ext cx="2586960" cy="6865200"/>
            </a:xfrm>
            <a:custGeom>
              <a:avLst/>
              <a:gdLst>
                <a:gd name="textAreaLeft" fmla="*/ 0 w 2586960"/>
                <a:gd name="textAreaRight" fmla="*/ 2588400 w 258696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erif"/>
              </a:endParaRPr>
            </a:p>
          </p:txBody>
        </p:sp>
        <p:sp>
          <p:nvSpPr>
            <p:cNvPr id="222" name="Isosceles Triangle 23"/>
            <p:cNvSpPr/>
            <p:nvPr/>
          </p:nvSpPr>
          <p:spPr>
            <a:xfrm>
              <a:off x="8932320" y="3048120"/>
              <a:ext cx="3258360" cy="380844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Noto Serif"/>
              </a:endParaRPr>
            </a:p>
          </p:txBody>
        </p:sp>
        <p:sp>
          <p:nvSpPr>
            <p:cNvPr id="223" name="Rectangle 27"/>
            <p:cNvSpPr/>
            <p:nvPr/>
          </p:nvSpPr>
          <p:spPr>
            <a:xfrm>
              <a:off x="9334440" y="-8640"/>
              <a:ext cx="2853000" cy="6865200"/>
            </a:xfrm>
            <a:custGeom>
              <a:avLst/>
              <a:gdLst>
                <a:gd name="textAreaLeft" fmla="*/ 0 w 2853000"/>
                <a:gd name="textAreaRight" fmla="*/ 2854440 w 285300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Noto Serif"/>
              </a:endParaRPr>
            </a:p>
          </p:txBody>
        </p:sp>
        <p:sp>
          <p:nvSpPr>
            <p:cNvPr id="224" name="Rectangle 28"/>
            <p:cNvSpPr/>
            <p:nvPr/>
          </p:nvSpPr>
          <p:spPr>
            <a:xfrm>
              <a:off x="10898640" y="-8640"/>
              <a:ext cx="1288800" cy="6865200"/>
            </a:xfrm>
            <a:custGeom>
              <a:avLst/>
              <a:gdLst>
                <a:gd name="textAreaLeft" fmla="*/ 0 w 1288800"/>
                <a:gd name="textAreaRight" fmla="*/ 1290240 w 128880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erif"/>
              </a:endParaRPr>
            </a:p>
          </p:txBody>
        </p:sp>
        <p:sp>
          <p:nvSpPr>
            <p:cNvPr id="225" name="Rectangle 29"/>
            <p:cNvSpPr/>
            <p:nvPr/>
          </p:nvSpPr>
          <p:spPr>
            <a:xfrm>
              <a:off x="10938960" y="-8640"/>
              <a:ext cx="1248480" cy="6865200"/>
            </a:xfrm>
            <a:custGeom>
              <a:avLst/>
              <a:gdLst>
                <a:gd name="textAreaLeft" fmla="*/ 0 w 1248480"/>
                <a:gd name="textAreaRight" fmla="*/ 1249920 w 124848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erif"/>
              </a:endParaRPr>
            </a:p>
          </p:txBody>
        </p:sp>
        <p:sp>
          <p:nvSpPr>
            <p:cNvPr id="226" name="Isosceles Triangle 27"/>
            <p:cNvSpPr/>
            <p:nvPr/>
          </p:nvSpPr>
          <p:spPr>
            <a:xfrm>
              <a:off x="10371600" y="3589920"/>
              <a:ext cx="1815840" cy="326664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erif"/>
              </a:endParaRPr>
            </a:p>
          </p:txBody>
        </p:sp>
        <p:sp>
          <p:nvSpPr>
            <p:cNvPr id="227" name="Isosceles Triangle 28"/>
            <p:cNvSpPr/>
            <p:nvPr/>
          </p:nvSpPr>
          <p:spPr>
            <a:xfrm>
              <a:off x="0" y="4013280"/>
              <a:ext cx="447120" cy="284328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erif"/>
              </a:endParaRPr>
            </a:p>
          </p:txBody>
        </p:sp>
      </p:grpSp>
      <p:sp>
        <p:nvSpPr>
          <p:cNvPr id="228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5360" cy="1319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6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Click to edit Master title style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229" name="PlaceHolder 2"/>
          <p:cNvSpPr>
            <a:spLocks noGrp="1"/>
          </p:cNvSpPr>
          <p:nvPr>
            <p:ph type="body"/>
          </p:nvPr>
        </p:nvSpPr>
        <p:spPr>
          <a:xfrm>
            <a:off x="675720" y="2161080"/>
            <a:ext cx="4184280" cy="574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US" sz="2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230" name="PlaceHolder 3"/>
          <p:cNvSpPr>
            <a:spLocks noGrp="1"/>
          </p:cNvSpPr>
          <p:nvPr>
            <p:ph type="body"/>
          </p:nvPr>
        </p:nvSpPr>
        <p:spPr>
          <a:xfrm>
            <a:off x="675720" y="2737080"/>
            <a:ext cx="4184280" cy="330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Second level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Third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Fourth level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Fifth level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231" name="PlaceHolder 4"/>
          <p:cNvSpPr>
            <a:spLocks noGrp="1"/>
          </p:cNvSpPr>
          <p:nvPr>
            <p:ph type="body"/>
          </p:nvPr>
        </p:nvSpPr>
        <p:spPr>
          <a:xfrm>
            <a:off x="5088240" y="2161080"/>
            <a:ext cx="4184280" cy="574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US" sz="2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232" name="PlaceHolder 5"/>
          <p:cNvSpPr>
            <a:spLocks noGrp="1"/>
          </p:cNvSpPr>
          <p:nvPr>
            <p:ph type="body"/>
          </p:nvPr>
        </p:nvSpPr>
        <p:spPr>
          <a:xfrm>
            <a:off x="5088240" y="2737080"/>
            <a:ext cx="4184280" cy="330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Second level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Third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Fourth level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Fifth level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233" name="PlaceHolder 6"/>
          <p:cNvSpPr>
            <a:spLocks noGrp="1"/>
          </p:cNvSpPr>
          <p:nvPr>
            <p:ph type="dt" idx="37"/>
          </p:nvPr>
        </p:nvSpPr>
        <p:spPr>
          <a:xfrm>
            <a:off x="7205040" y="6041520"/>
            <a:ext cx="9104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234" name="PlaceHolder 7"/>
          <p:cNvSpPr>
            <a:spLocks noGrp="1"/>
          </p:cNvSpPr>
          <p:nvPr>
            <p:ph type="ftr" idx="38"/>
          </p:nvPr>
        </p:nvSpPr>
        <p:spPr>
          <a:xfrm>
            <a:off x="677160" y="6041520"/>
            <a:ext cx="62960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erif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erif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235" name="PlaceHolder 8"/>
          <p:cNvSpPr>
            <a:spLocks noGrp="1"/>
          </p:cNvSpPr>
          <p:nvPr>
            <p:ph type="sldNum" idx="39"/>
          </p:nvPr>
        </p:nvSpPr>
        <p:spPr>
          <a:xfrm>
            <a:off x="8590680" y="6041520"/>
            <a:ext cx="6818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16406A10-3033-41B3-BDCA-9A7EFDEA7DB5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blipFill rotWithShape="0">
          <a:blip r:embed="rId2"/>
          <a:tile tx="0" ty="0" sx="100000" sy="100000" algn="tl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6" name="Group 6"/>
          <p:cNvGrpSpPr/>
          <p:nvPr/>
        </p:nvGrpSpPr>
        <p:grpSpPr>
          <a:xfrm>
            <a:off x="0" y="-8640"/>
            <a:ext cx="12190680" cy="6867720"/>
            <a:chOff x="0" y="-8640"/>
            <a:chExt cx="12190680" cy="6867720"/>
          </a:xfrm>
        </p:grpSpPr>
        <p:cxnSp>
          <p:nvCxnSpPr>
            <p:cNvPr id="237" name="Straight Connector 19"/>
            <p:cNvCxnSpPr/>
            <p:nvPr/>
          </p:nvCxnSpPr>
          <p:spPr>
            <a:xfrm>
              <a:off x="9370800" y="0"/>
              <a:ext cx="1220760" cy="6859440"/>
            </a:xfrm>
            <a:prstGeom prst="straightConnector1">
              <a:avLst/>
            </a:prstGeom>
            <a:ln cap="rnd" w="9525">
              <a:solidFill>
                <a:srgbClr val="bfbfbf"/>
              </a:solidFill>
              <a:round/>
            </a:ln>
          </p:spPr>
        </p:cxnSp>
        <p:cxnSp>
          <p:nvCxnSpPr>
            <p:cNvPr id="238" name="Straight Connector 20"/>
            <p:cNvCxnSpPr/>
            <p:nvPr/>
          </p:nvCxnSpPr>
          <p:spPr>
            <a:xfrm flipH="1">
              <a:off x="7425000" y="3681360"/>
              <a:ext cx="4764960" cy="3178080"/>
            </a:xfrm>
            <a:prstGeom prst="straightConnector1">
              <a:avLst/>
            </a:prstGeom>
            <a:ln cap="rnd" w="9525">
              <a:solidFill>
                <a:srgbClr val="d9d9d9"/>
              </a:solidFill>
              <a:round/>
            </a:ln>
          </p:spPr>
        </p:cxnSp>
        <p:sp>
          <p:nvSpPr>
            <p:cNvPr id="239" name="Rectangle 23"/>
            <p:cNvSpPr/>
            <p:nvPr/>
          </p:nvSpPr>
          <p:spPr>
            <a:xfrm>
              <a:off x="9181440" y="-8640"/>
              <a:ext cx="3006000" cy="6865200"/>
            </a:xfrm>
            <a:custGeom>
              <a:avLst/>
              <a:gdLst>
                <a:gd name="textAreaLeft" fmla="*/ 0 w 3006000"/>
                <a:gd name="textAreaRight" fmla="*/ 3007440 w 300600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erif"/>
              </a:endParaRPr>
            </a:p>
          </p:txBody>
        </p:sp>
        <p:sp>
          <p:nvSpPr>
            <p:cNvPr id="240" name="Rectangle 25"/>
            <p:cNvSpPr/>
            <p:nvPr/>
          </p:nvSpPr>
          <p:spPr>
            <a:xfrm>
              <a:off x="9603360" y="-8640"/>
              <a:ext cx="2586960" cy="6865200"/>
            </a:xfrm>
            <a:custGeom>
              <a:avLst/>
              <a:gdLst>
                <a:gd name="textAreaLeft" fmla="*/ 0 w 2586960"/>
                <a:gd name="textAreaRight" fmla="*/ 2588400 w 258696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erif"/>
              </a:endParaRPr>
            </a:p>
          </p:txBody>
        </p:sp>
        <p:sp>
          <p:nvSpPr>
            <p:cNvPr id="241" name="Isosceles Triangle 23"/>
            <p:cNvSpPr/>
            <p:nvPr/>
          </p:nvSpPr>
          <p:spPr>
            <a:xfrm>
              <a:off x="8932320" y="3048120"/>
              <a:ext cx="3258360" cy="380844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Noto Serif"/>
              </a:endParaRPr>
            </a:p>
          </p:txBody>
        </p:sp>
        <p:sp>
          <p:nvSpPr>
            <p:cNvPr id="242" name="Rectangle 27"/>
            <p:cNvSpPr/>
            <p:nvPr/>
          </p:nvSpPr>
          <p:spPr>
            <a:xfrm>
              <a:off x="9334440" y="-8640"/>
              <a:ext cx="2853000" cy="6865200"/>
            </a:xfrm>
            <a:custGeom>
              <a:avLst/>
              <a:gdLst>
                <a:gd name="textAreaLeft" fmla="*/ 0 w 2853000"/>
                <a:gd name="textAreaRight" fmla="*/ 2854440 w 285300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Noto Serif"/>
              </a:endParaRPr>
            </a:p>
          </p:txBody>
        </p:sp>
        <p:sp>
          <p:nvSpPr>
            <p:cNvPr id="243" name="Rectangle 28"/>
            <p:cNvSpPr/>
            <p:nvPr/>
          </p:nvSpPr>
          <p:spPr>
            <a:xfrm>
              <a:off x="10898640" y="-8640"/>
              <a:ext cx="1288800" cy="6865200"/>
            </a:xfrm>
            <a:custGeom>
              <a:avLst/>
              <a:gdLst>
                <a:gd name="textAreaLeft" fmla="*/ 0 w 1288800"/>
                <a:gd name="textAreaRight" fmla="*/ 1290240 w 128880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erif"/>
              </a:endParaRPr>
            </a:p>
          </p:txBody>
        </p:sp>
        <p:sp>
          <p:nvSpPr>
            <p:cNvPr id="244" name="Rectangle 29"/>
            <p:cNvSpPr/>
            <p:nvPr/>
          </p:nvSpPr>
          <p:spPr>
            <a:xfrm>
              <a:off x="10938960" y="-8640"/>
              <a:ext cx="1248480" cy="6865200"/>
            </a:xfrm>
            <a:custGeom>
              <a:avLst/>
              <a:gdLst>
                <a:gd name="textAreaLeft" fmla="*/ 0 w 1248480"/>
                <a:gd name="textAreaRight" fmla="*/ 1249920 w 124848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erif"/>
              </a:endParaRPr>
            </a:p>
          </p:txBody>
        </p:sp>
        <p:sp>
          <p:nvSpPr>
            <p:cNvPr id="245" name="Isosceles Triangle 27"/>
            <p:cNvSpPr/>
            <p:nvPr/>
          </p:nvSpPr>
          <p:spPr>
            <a:xfrm>
              <a:off x="10371600" y="3589920"/>
              <a:ext cx="1815840" cy="326664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erif"/>
              </a:endParaRPr>
            </a:p>
          </p:txBody>
        </p:sp>
        <p:sp>
          <p:nvSpPr>
            <p:cNvPr id="246" name="Isosceles Triangle 28"/>
            <p:cNvSpPr/>
            <p:nvPr/>
          </p:nvSpPr>
          <p:spPr>
            <a:xfrm>
              <a:off x="0" y="4013280"/>
              <a:ext cx="447120" cy="284328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erif"/>
              </a:endParaRPr>
            </a:p>
          </p:txBody>
        </p:sp>
      </p:grpSp>
      <p:sp>
        <p:nvSpPr>
          <p:cNvPr id="247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5360" cy="1319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6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Click to edit Master title style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248" name="PlaceHolder 2"/>
          <p:cNvSpPr>
            <a:spLocks noGrp="1"/>
          </p:cNvSpPr>
          <p:nvPr>
            <p:ph type="dt" idx="40"/>
          </p:nvPr>
        </p:nvSpPr>
        <p:spPr>
          <a:xfrm>
            <a:off x="7205040" y="6041520"/>
            <a:ext cx="9104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249" name="PlaceHolder 3"/>
          <p:cNvSpPr>
            <a:spLocks noGrp="1"/>
          </p:cNvSpPr>
          <p:nvPr>
            <p:ph type="ftr" idx="41"/>
          </p:nvPr>
        </p:nvSpPr>
        <p:spPr>
          <a:xfrm>
            <a:off x="677160" y="6041520"/>
            <a:ext cx="62960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erif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erif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250" name="PlaceHolder 4"/>
          <p:cNvSpPr>
            <a:spLocks noGrp="1"/>
          </p:cNvSpPr>
          <p:nvPr>
            <p:ph type="sldNum" idx="42"/>
          </p:nvPr>
        </p:nvSpPr>
        <p:spPr>
          <a:xfrm>
            <a:off x="8590680" y="6041520"/>
            <a:ext cx="6818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171A6492-27F6-4939-9450-87F57D673F95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5360" cy="1319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267" name="PlaceHolder 2"/>
          <p:cNvSpPr>
            <a:spLocks noGrp="1"/>
          </p:cNvSpPr>
          <p:nvPr>
            <p:ph type="subTitle"/>
          </p:nvPr>
        </p:nvSpPr>
        <p:spPr>
          <a:xfrm>
            <a:off x="677160" y="2160720"/>
            <a:ext cx="8595360" cy="387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44"/>
          </p:nvPr>
        </p:nvSpPr>
        <p:spPr/>
        <p:txBody>
          <a:bodyPr/>
          <a:p>
            <a:fld id="{B643B938-E273-4A59-9256-E609BB78843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5360" cy="1319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284" name="PlaceHolder 2"/>
          <p:cNvSpPr>
            <a:spLocks noGrp="1"/>
          </p:cNvSpPr>
          <p:nvPr>
            <p:ph type="subTitle"/>
          </p:nvPr>
        </p:nvSpPr>
        <p:spPr>
          <a:xfrm>
            <a:off x="677160" y="2160720"/>
            <a:ext cx="8595360" cy="387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47"/>
          </p:nvPr>
        </p:nvSpPr>
        <p:spPr/>
        <p:txBody>
          <a:bodyPr/>
          <a:p>
            <a:fld id="{59F810DF-6947-4ACE-8F25-CB53CF30926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5360" cy="1319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302" name="PlaceHolder 2"/>
          <p:cNvSpPr>
            <a:spLocks noGrp="1"/>
          </p:cNvSpPr>
          <p:nvPr>
            <p:ph type="subTitle"/>
          </p:nvPr>
        </p:nvSpPr>
        <p:spPr>
          <a:xfrm>
            <a:off x="677160" y="2160720"/>
            <a:ext cx="8595360" cy="387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1"/>
          </p:nvPr>
        </p:nvSpPr>
        <p:spPr/>
        <p:txBody>
          <a:bodyPr/>
          <a:p>
            <a:fld id="{2B49D1D8-E09E-4EE2-A33E-7B839796C40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2">
    <p:bg>
      <p:bgPr>
        <a:blipFill rotWithShape="0">
          <a:blip r:embed="rId2"/>
          <a:tile tx="0" ty="0" sx="100000" sy="100000" algn="tl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3" name="Group 6"/>
          <p:cNvGrpSpPr/>
          <p:nvPr/>
        </p:nvGrpSpPr>
        <p:grpSpPr>
          <a:xfrm>
            <a:off x="0" y="-8640"/>
            <a:ext cx="12190680" cy="6867720"/>
            <a:chOff x="0" y="-8640"/>
            <a:chExt cx="12190680" cy="6867720"/>
          </a:xfrm>
        </p:grpSpPr>
        <p:cxnSp>
          <p:nvCxnSpPr>
            <p:cNvPr id="304" name="Straight Connector 19"/>
            <p:cNvCxnSpPr/>
            <p:nvPr/>
          </p:nvCxnSpPr>
          <p:spPr>
            <a:xfrm>
              <a:off x="9370800" y="0"/>
              <a:ext cx="1220760" cy="6859440"/>
            </a:xfrm>
            <a:prstGeom prst="straightConnector1">
              <a:avLst/>
            </a:prstGeom>
            <a:ln cap="rnd" w="9525">
              <a:solidFill>
                <a:srgbClr val="bfbfbf"/>
              </a:solidFill>
              <a:round/>
            </a:ln>
          </p:spPr>
        </p:cxnSp>
        <p:cxnSp>
          <p:nvCxnSpPr>
            <p:cNvPr id="305" name="Straight Connector 20"/>
            <p:cNvCxnSpPr/>
            <p:nvPr/>
          </p:nvCxnSpPr>
          <p:spPr>
            <a:xfrm flipH="1">
              <a:off x="7425000" y="3681360"/>
              <a:ext cx="4764960" cy="3178080"/>
            </a:xfrm>
            <a:prstGeom prst="straightConnector1">
              <a:avLst/>
            </a:prstGeom>
            <a:ln cap="rnd" w="9525">
              <a:solidFill>
                <a:srgbClr val="d9d9d9"/>
              </a:solidFill>
              <a:round/>
            </a:ln>
          </p:spPr>
        </p:cxnSp>
        <p:sp>
          <p:nvSpPr>
            <p:cNvPr id="306" name="Rectangle 23"/>
            <p:cNvSpPr/>
            <p:nvPr/>
          </p:nvSpPr>
          <p:spPr>
            <a:xfrm>
              <a:off x="9181440" y="-8640"/>
              <a:ext cx="3006000" cy="6865200"/>
            </a:xfrm>
            <a:custGeom>
              <a:avLst/>
              <a:gdLst>
                <a:gd name="textAreaLeft" fmla="*/ 0 w 3006000"/>
                <a:gd name="textAreaRight" fmla="*/ 3007440 w 300600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erif"/>
              </a:endParaRPr>
            </a:p>
          </p:txBody>
        </p:sp>
        <p:sp>
          <p:nvSpPr>
            <p:cNvPr id="307" name="Rectangle 25"/>
            <p:cNvSpPr/>
            <p:nvPr/>
          </p:nvSpPr>
          <p:spPr>
            <a:xfrm>
              <a:off x="9603360" y="-8640"/>
              <a:ext cx="2586960" cy="6865200"/>
            </a:xfrm>
            <a:custGeom>
              <a:avLst/>
              <a:gdLst>
                <a:gd name="textAreaLeft" fmla="*/ 0 w 2586960"/>
                <a:gd name="textAreaRight" fmla="*/ 2588400 w 258696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erif"/>
              </a:endParaRPr>
            </a:p>
          </p:txBody>
        </p:sp>
        <p:sp>
          <p:nvSpPr>
            <p:cNvPr id="308" name="Isosceles Triangle 23"/>
            <p:cNvSpPr/>
            <p:nvPr/>
          </p:nvSpPr>
          <p:spPr>
            <a:xfrm>
              <a:off x="8932320" y="3048120"/>
              <a:ext cx="3258360" cy="380844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Noto Serif"/>
              </a:endParaRPr>
            </a:p>
          </p:txBody>
        </p:sp>
        <p:sp>
          <p:nvSpPr>
            <p:cNvPr id="309" name="Rectangle 27"/>
            <p:cNvSpPr/>
            <p:nvPr/>
          </p:nvSpPr>
          <p:spPr>
            <a:xfrm>
              <a:off x="9334440" y="-8640"/>
              <a:ext cx="2853000" cy="6865200"/>
            </a:xfrm>
            <a:custGeom>
              <a:avLst/>
              <a:gdLst>
                <a:gd name="textAreaLeft" fmla="*/ 0 w 2853000"/>
                <a:gd name="textAreaRight" fmla="*/ 2854440 w 285300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Noto Serif"/>
              </a:endParaRPr>
            </a:p>
          </p:txBody>
        </p:sp>
        <p:sp>
          <p:nvSpPr>
            <p:cNvPr id="310" name="Rectangle 28"/>
            <p:cNvSpPr/>
            <p:nvPr/>
          </p:nvSpPr>
          <p:spPr>
            <a:xfrm>
              <a:off x="10898640" y="-8640"/>
              <a:ext cx="1288800" cy="6865200"/>
            </a:xfrm>
            <a:custGeom>
              <a:avLst/>
              <a:gdLst>
                <a:gd name="textAreaLeft" fmla="*/ 0 w 1288800"/>
                <a:gd name="textAreaRight" fmla="*/ 1290240 w 128880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erif"/>
              </a:endParaRPr>
            </a:p>
          </p:txBody>
        </p:sp>
        <p:sp>
          <p:nvSpPr>
            <p:cNvPr id="311" name="Rectangle 29"/>
            <p:cNvSpPr/>
            <p:nvPr/>
          </p:nvSpPr>
          <p:spPr>
            <a:xfrm>
              <a:off x="10938960" y="-8640"/>
              <a:ext cx="1248480" cy="6865200"/>
            </a:xfrm>
            <a:custGeom>
              <a:avLst/>
              <a:gdLst>
                <a:gd name="textAreaLeft" fmla="*/ 0 w 1248480"/>
                <a:gd name="textAreaRight" fmla="*/ 1249920 w 124848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erif"/>
              </a:endParaRPr>
            </a:p>
          </p:txBody>
        </p:sp>
        <p:sp>
          <p:nvSpPr>
            <p:cNvPr id="312" name="Isosceles Triangle 27"/>
            <p:cNvSpPr/>
            <p:nvPr/>
          </p:nvSpPr>
          <p:spPr>
            <a:xfrm>
              <a:off x="10371600" y="3589920"/>
              <a:ext cx="1815840" cy="326664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erif"/>
              </a:endParaRPr>
            </a:p>
          </p:txBody>
        </p:sp>
        <p:sp>
          <p:nvSpPr>
            <p:cNvPr id="313" name="Isosceles Triangle 28"/>
            <p:cNvSpPr/>
            <p:nvPr/>
          </p:nvSpPr>
          <p:spPr>
            <a:xfrm>
              <a:off x="0" y="4013280"/>
              <a:ext cx="447120" cy="284328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erif"/>
              </a:endParaRPr>
            </a:p>
          </p:txBody>
        </p:sp>
      </p:grpSp>
      <p:sp>
        <p:nvSpPr>
          <p:cNvPr id="314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5360" cy="1319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6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Click to edit Master title style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315" name="PlaceHolder 2"/>
          <p:cNvSpPr>
            <a:spLocks noGrp="1"/>
          </p:cNvSpPr>
          <p:nvPr>
            <p:ph type="body"/>
          </p:nvPr>
        </p:nvSpPr>
        <p:spPr>
          <a:xfrm>
            <a:off x="677160" y="2160720"/>
            <a:ext cx="8595360" cy="387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Second level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Third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Fourth level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Fifth level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316" name="PlaceHolder 3"/>
          <p:cNvSpPr>
            <a:spLocks noGrp="1"/>
          </p:cNvSpPr>
          <p:nvPr>
            <p:ph type="dt" idx="52"/>
          </p:nvPr>
        </p:nvSpPr>
        <p:spPr>
          <a:xfrm>
            <a:off x="7205040" y="6041520"/>
            <a:ext cx="9104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317" name="PlaceHolder 4"/>
          <p:cNvSpPr>
            <a:spLocks noGrp="1"/>
          </p:cNvSpPr>
          <p:nvPr>
            <p:ph type="ftr" idx="53"/>
          </p:nvPr>
        </p:nvSpPr>
        <p:spPr>
          <a:xfrm>
            <a:off x="677160" y="6041520"/>
            <a:ext cx="62960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erif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erif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318" name="PlaceHolder 5"/>
          <p:cNvSpPr>
            <a:spLocks noGrp="1"/>
          </p:cNvSpPr>
          <p:nvPr>
            <p:ph type="sldNum" idx="54"/>
          </p:nvPr>
        </p:nvSpPr>
        <p:spPr>
          <a:xfrm>
            <a:off x="8590680" y="6041520"/>
            <a:ext cx="6818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A0BF4E1F-BCF7-4CB5-9B0E-3DE2CDC47B93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2">
    <p:bg>
      <p:bgPr>
        <a:blipFill rotWithShape="0">
          <a:blip r:embed="rId2"/>
          <a:tile tx="0" ty="0" sx="100000" sy="100000" algn="tl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9" name="Group 6"/>
          <p:cNvGrpSpPr/>
          <p:nvPr/>
        </p:nvGrpSpPr>
        <p:grpSpPr>
          <a:xfrm>
            <a:off x="0" y="-8640"/>
            <a:ext cx="12190680" cy="6867720"/>
            <a:chOff x="0" y="-8640"/>
            <a:chExt cx="12190680" cy="6867720"/>
          </a:xfrm>
        </p:grpSpPr>
        <p:cxnSp>
          <p:nvCxnSpPr>
            <p:cNvPr id="320" name="Straight Connector 19"/>
            <p:cNvCxnSpPr/>
            <p:nvPr/>
          </p:nvCxnSpPr>
          <p:spPr>
            <a:xfrm>
              <a:off x="9370800" y="0"/>
              <a:ext cx="1220760" cy="6859440"/>
            </a:xfrm>
            <a:prstGeom prst="straightConnector1">
              <a:avLst/>
            </a:prstGeom>
            <a:ln cap="rnd" w="9525">
              <a:solidFill>
                <a:srgbClr val="bfbfbf"/>
              </a:solidFill>
              <a:round/>
            </a:ln>
          </p:spPr>
        </p:cxnSp>
        <p:cxnSp>
          <p:nvCxnSpPr>
            <p:cNvPr id="321" name="Straight Connector 20"/>
            <p:cNvCxnSpPr/>
            <p:nvPr/>
          </p:nvCxnSpPr>
          <p:spPr>
            <a:xfrm flipH="1">
              <a:off x="7425000" y="3681360"/>
              <a:ext cx="4764960" cy="3178080"/>
            </a:xfrm>
            <a:prstGeom prst="straightConnector1">
              <a:avLst/>
            </a:prstGeom>
            <a:ln cap="rnd" w="9525">
              <a:solidFill>
                <a:srgbClr val="d9d9d9"/>
              </a:solidFill>
              <a:round/>
            </a:ln>
          </p:spPr>
        </p:cxnSp>
        <p:sp>
          <p:nvSpPr>
            <p:cNvPr id="306" name="Rectangle 23"/>
            <p:cNvSpPr/>
            <p:nvPr/>
          </p:nvSpPr>
          <p:spPr>
            <a:xfrm>
              <a:off x="9181440" y="-8640"/>
              <a:ext cx="3006000" cy="6865200"/>
            </a:xfrm>
            <a:custGeom>
              <a:avLst/>
              <a:gdLst>
                <a:gd name="textAreaLeft" fmla="*/ 0 w 3006000"/>
                <a:gd name="textAreaRight" fmla="*/ 3007440 w 300600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erif"/>
              </a:endParaRPr>
            </a:p>
          </p:txBody>
        </p:sp>
        <p:sp>
          <p:nvSpPr>
            <p:cNvPr id="307" name="Rectangle 25"/>
            <p:cNvSpPr/>
            <p:nvPr/>
          </p:nvSpPr>
          <p:spPr>
            <a:xfrm>
              <a:off x="9603360" y="-8640"/>
              <a:ext cx="2586960" cy="6865200"/>
            </a:xfrm>
            <a:custGeom>
              <a:avLst/>
              <a:gdLst>
                <a:gd name="textAreaLeft" fmla="*/ 0 w 2586960"/>
                <a:gd name="textAreaRight" fmla="*/ 2588400 w 258696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erif"/>
              </a:endParaRPr>
            </a:p>
          </p:txBody>
        </p:sp>
        <p:sp>
          <p:nvSpPr>
            <p:cNvPr id="308" name="Isosceles Triangle 23"/>
            <p:cNvSpPr/>
            <p:nvPr/>
          </p:nvSpPr>
          <p:spPr>
            <a:xfrm>
              <a:off x="8932320" y="3048120"/>
              <a:ext cx="3258360" cy="380844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Noto Serif"/>
              </a:endParaRPr>
            </a:p>
          </p:txBody>
        </p:sp>
        <p:sp>
          <p:nvSpPr>
            <p:cNvPr id="309" name="Rectangle 27"/>
            <p:cNvSpPr/>
            <p:nvPr/>
          </p:nvSpPr>
          <p:spPr>
            <a:xfrm>
              <a:off x="9334440" y="-8640"/>
              <a:ext cx="2853000" cy="6865200"/>
            </a:xfrm>
            <a:custGeom>
              <a:avLst/>
              <a:gdLst>
                <a:gd name="textAreaLeft" fmla="*/ 0 w 2853000"/>
                <a:gd name="textAreaRight" fmla="*/ 2854440 w 285300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Noto Serif"/>
              </a:endParaRPr>
            </a:p>
          </p:txBody>
        </p:sp>
        <p:sp>
          <p:nvSpPr>
            <p:cNvPr id="310" name="Rectangle 28"/>
            <p:cNvSpPr/>
            <p:nvPr/>
          </p:nvSpPr>
          <p:spPr>
            <a:xfrm>
              <a:off x="10898640" y="-8640"/>
              <a:ext cx="1288800" cy="6865200"/>
            </a:xfrm>
            <a:custGeom>
              <a:avLst/>
              <a:gdLst>
                <a:gd name="textAreaLeft" fmla="*/ 0 w 1288800"/>
                <a:gd name="textAreaRight" fmla="*/ 1290240 w 128880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erif"/>
              </a:endParaRPr>
            </a:p>
          </p:txBody>
        </p:sp>
        <p:sp>
          <p:nvSpPr>
            <p:cNvPr id="311" name="Rectangle 29"/>
            <p:cNvSpPr/>
            <p:nvPr/>
          </p:nvSpPr>
          <p:spPr>
            <a:xfrm>
              <a:off x="10938960" y="-8640"/>
              <a:ext cx="1248480" cy="6865200"/>
            </a:xfrm>
            <a:custGeom>
              <a:avLst/>
              <a:gdLst>
                <a:gd name="textAreaLeft" fmla="*/ 0 w 1248480"/>
                <a:gd name="textAreaRight" fmla="*/ 1249920 w 124848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erif"/>
              </a:endParaRPr>
            </a:p>
          </p:txBody>
        </p:sp>
        <p:sp>
          <p:nvSpPr>
            <p:cNvPr id="312" name="Isosceles Triangle 27"/>
            <p:cNvSpPr/>
            <p:nvPr/>
          </p:nvSpPr>
          <p:spPr>
            <a:xfrm>
              <a:off x="10371600" y="3589920"/>
              <a:ext cx="1815840" cy="326664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erif"/>
              </a:endParaRPr>
            </a:p>
          </p:txBody>
        </p:sp>
        <p:sp>
          <p:nvSpPr>
            <p:cNvPr id="313" name="Isosceles Triangle 28"/>
            <p:cNvSpPr/>
            <p:nvPr/>
          </p:nvSpPr>
          <p:spPr>
            <a:xfrm>
              <a:off x="0" y="4013280"/>
              <a:ext cx="447120" cy="284328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erif"/>
              </a:endParaRPr>
            </a:p>
          </p:txBody>
        </p:sp>
      </p:grpSp>
      <p:sp>
        <p:nvSpPr>
          <p:cNvPr id="322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5360" cy="1319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6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Click to edit Master title style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323" name="PlaceHolder 2"/>
          <p:cNvSpPr>
            <a:spLocks noGrp="1"/>
          </p:cNvSpPr>
          <p:nvPr>
            <p:ph type="body"/>
          </p:nvPr>
        </p:nvSpPr>
        <p:spPr>
          <a:xfrm>
            <a:off x="677160" y="2160720"/>
            <a:ext cx="8595360" cy="387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Second level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Third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Fourth level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Fifth level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324" name="PlaceHolder 3"/>
          <p:cNvSpPr>
            <a:spLocks noGrp="1"/>
          </p:cNvSpPr>
          <p:nvPr>
            <p:ph type="dt" idx="55"/>
          </p:nvPr>
        </p:nvSpPr>
        <p:spPr>
          <a:xfrm>
            <a:off x="7205040" y="6041520"/>
            <a:ext cx="9104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325" name="PlaceHolder 4"/>
          <p:cNvSpPr>
            <a:spLocks noGrp="1"/>
          </p:cNvSpPr>
          <p:nvPr>
            <p:ph type="ftr" idx="56"/>
          </p:nvPr>
        </p:nvSpPr>
        <p:spPr>
          <a:xfrm>
            <a:off x="677160" y="6041520"/>
            <a:ext cx="62960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erif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erif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326" name="PlaceHolder 5"/>
          <p:cNvSpPr>
            <a:spLocks noGrp="1"/>
          </p:cNvSpPr>
          <p:nvPr>
            <p:ph type="sldNum" idx="57"/>
          </p:nvPr>
        </p:nvSpPr>
        <p:spPr>
          <a:xfrm>
            <a:off x="8590680" y="6041520"/>
            <a:ext cx="6818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AEF821E2-A9ED-4F6D-BED3-BD8F774DBF09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blipFill rotWithShape="0">
          <a:blip r:embed="rId2"/>
          <a:tile tx="0" ty="0" sx="100000" sy="100000" algn="tl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7" name="Group 6"/>
          <p:cNvGrpSpPr/>
          <p:nvPr/>
        </p:nvGrpSpPr>
        <p:grpSpPr>
          <a:xfrm>
            <a:off x="0" y="-8640"/>
            <a:ext cx="12190680" cy="6867720"/>
            <a:chOff x="0" y="-8640"/>
            <a:chExt cx="12190680" cy="6867720"/>
          </a:xfrm>
        </p:grpSpPr>
        <p:cxnSp>
          <p:nvCxnSpPr>
            <p:cNvPr id="328" name="Straight Connector 19"/>
            <p:cNvCxnSpPr/>
            <p:nvPr/>
          </p:nvCxnSpPr>
          <p:spPr>
            <a:xfrm>
              <a:off x="9370800" y="0"/>
              <a:ext cx="1220760" cy="6859440"/>
            </a:xfrm>
            <a:prstGeom prst="straightConnector1">
              <a:avLst/>
            </a:prstGeom>
            <a:ln cap="rnd" w="9525">
              <a:solidFill>
                <a:srgbClr val="bfbfbf"/>
              </a:solidFill>
              <a:round/>
            </a:ln>
          </p:spPr>
        </p:cxnSp>
        <p:cxnSp>
          <p:nvCxnSpPr>
            <p:cNvPr id="329" name="Straight Connector 20"/>
            <p:cNvCxnSpPr/>
            <p:nvPr/>
          </p:nvCxnSpPr>
          <p:spPr>
            <a:xfrm flipH="1">
              <a:off x="7425000" y="3681360"/>
              <a:ext cx="4764960" cy="3178080"/>
            </a:xfrm>
            <a:prstGeom prst="straightConnector1">
              <a:avLst/>
            </a:prstGeom>
            <a:ln cap="rnd" w="9525">
              <a:solidFill>
                <a:srgbClr val="d9d9d9"/>
              </a:solidFill>
              <a:round/>
            </a:ln>
          </p:spPr>
        </p:cxnSp>
        <p:sp>
          <p:nvSpPr>
            <p:cNvPr id="330" name="Rectangle 23"/>
            <p:cNvSpPr/>
            <p:nvPr/>
          </p:nvSpPr>
          <p:spPr>
            <a:xfrm>
              <a:off x="9181440" y="-8640"/>
              <a:ext cx="3006000" cy="6865200"/>
            </a:xfrm>
            <a:custGeom>
              <a:avLst/>
              <a:gdLst>
                <a:gd name="textAreaLeft" fmla="*/ 0 w 3006000"/>
                <a:gd name="textAreaRight" fmla="*/ 3007440 w 300600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erif"/>
              </a:endParaRPr>
            </a:p>
          </p:txBody>
        </p:sp>
        <p:sp>
          <p:nvSpPr>
            <p:cNvPr id="331" name="Rectangle 25"/>
            <p:cNvSpPr/>
            <p:nvPr/>
          </p:nvSpPr>
          <p:spPr>
            <a:xfrm>
              <a:off x="9603360" y="-8640"/>
              <a:ext cx="2586960" cy="6865200"/>
            </a:xfrm>
            <a:custGeom>
              <a:avLst/>
              <a:gdLst>
                <a:gd name="textAreaLeft" fmla="*/ 0 w 2586960"/>
                <a:gd name="textAreaRight" fmla="*/ 2588400 w 258696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erif"/>
              </a:endParaRPr>
            </a:p>
          </p:txBody>
        </p:sp>
        <p:sp>
          <p:nvSpPr>
            <p:cNvPr id="332" name="Isosceles Triangle 23"/>
            <p:cNvSpPr/>
            <p:nvPr/>
          </p:nvSpPr>
          <p:spPr>
            <a:xfrm>
              <a:off x="8932320" y="3048120"/>
              <a:ext cx="3258360" cy="380844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Noto Serif"/>
              </a:endParaRPr>
            </a:p>
          </p:txBody>
        </p:sp>
        <p:sp>
          <p:nvSpPr>
            <p:cNvPr id="333" name="Rectangle 27"/>
            <p:cNvSpPr/>
            <p:nvPr/>
          </p:nvSpPr>
          <p:spPr>
            <a:xfrm>
              <a:off x="9334440" y="-8640"/>
              <a:ext cx="2853000" cy="6865200"/>
            </a:xfrm>
            <a:custGeom>
              <a:avLst/>
              <a:gdLst>
                <a:gd name="textAreaLeft" fmla="*/ 0 w 2853000"/>
                <a:gd name="textAreaRight" fmla="*/ 2854440 w 285300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Noto Serif"/>
              </a:endParaRPr>
            </a:p>
          </p:txBody>
        </p:sp>
        <p:sp>
          <p:nvSpPr>
            <p:cNvPr id="334" name="Rectangle 28"/>
            <p:cNvSpPr/>
            <p:nvPr/>
          </p:nvSpPr>
          <p:spPr>
            <a:xfrm>
              <a:off x="10898640" y="-8640"/>
              <a:ext cx="1288800" cy="6865200"/>
            </a:xfrm>
            <a:custGeom>
              <a:avLst/>
              <a:gdLst>
                <a:gd name="textAreaLeft" fmla="*/ 0 w 1288800"/>
                <a:gd name="textAreaRight" fmla="*/ 1290240 w 128880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erif"/>
              </a:endParaRPr>
            </a:p>
          </p:txBody>
        </p:sp>
        <p:sp>
          <p:nvSpPr>
            <p:cNvPr id="335" name="Rectangle 29"/>
            <p:cNvSpPr/>
            <p:nvPr/>
          </p:nvSpPr>
          <p:spPr>
            <a:xfrm>
              <a:off x="10938960" y="-8640"/>
              <a:ext cx="1248480" cy="6865200"/>
            </a:xfrm>
            <a:custGeom>
              <a:avLst/>
              <a:gdLst>
                <a:gd name="textAreaLeft" fmla="*/ 0 w 1248480"/>
                <a:gd name="textAreaRight" fmla="*/ 1249920 w 124848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erif"/>
              </a:endParaRPr>
            </a:p>
          </p:txBody>
        </p:sp>
        <p:sp>
          <p:nvSpPr>
            <p:cNvPr id="336" name="Isosceles Triangle 27"/>
            <p:cNvSpPr/>
            <p:nvPr/>
          </p:nvSpPr>
          <p:spPr>
            <a:xfrm>
              <a:off x="10371600" y="3589920"/>
              <a:ext cx="1815840" cy="326664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erif"/>
              </a:endParaRPr>
            </a:p>
          </p:txBody>
        </p:sp>
        <p:sp>
          <p:nvSpPr>
            <p:cNvPr id="337" name="Isosceles Triangle 28"/>
            <p:cNvSpPr/>
            <p:nvPr/>
          </p:nvSpPr>
          <p:spPr>
            <a:xfrm>
              <a:off x="0" y="4013280"/>
              <a:ext cx="447120" cy="284328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erif"/>
              </a:endParaRPr>
            </a:p>
          </p:txBody>
        </p:sp>
      </p:grpSp>
      <p:sp>
        <p:nvSpPr>
          <p:cNvPr id="338" name="PlaceHolder 1"/>
          <p:cNvSpPr>
            <a:spLocks noGrp="1"/>
          </p:cNvSpPr>
          <p:nvPr>
            <p:ph type="dt" idx="58"/>
          </p:nvPr>
        </p:nvSpPr>
        <p:spPr>
          <a:xfrm>
            <a:off x="7205040" y="6041520"/>
            <a:ext cx="9104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339" name="PlaceHolder 2"/>
          <p:cNvSpPr>
            <a:spLocks noGrp="1"/>
          </p:cNvSpPr>
          <p:nvPr>
            <p:ph type="ftr" idx="59"/>
          </p:nvPr>
        </p:nvSpPr>
        <p:spPr>
          <a:xfrm>
            <a:off x="677160" y="6041520"/>
            <a:ext cx="62960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erif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erif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340" name="PlaceHolder 3"/>
          <p:cNvSpPr>
            <a:spLocks noGrp="1"/>
          </p:cNvSpPr>
          <p:nvPr>
            <p:ph type="sldNum" idx="60"/>
          </p:nvPr>
        </p:nvSpPr>
        <p:spPr>
          <a:xfrm>
            <a:off x="8590680" y="6041520"/>
            <a:ext cx="6818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FA5B1ED7-0831-40A3-A6BF-BC1551FB31BD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341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360" cy="114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342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360" cy="3976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Second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Third Outline Level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Fourth Outline Level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
</Relationships>
</file>

<file path=ppt/slideMasters/_rels/slideMaster15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15.xml"/>
</Relationships>
</file>

<file path=ppt/slideMasters/_rels/slideMaster16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16.xml"/>
</Relationships>
</file>

<file path=ppt/slideMasters/_rels/slideMaster17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17.xml"/>
</Relationships>
</file>

<file path=ppt/slideMasters/_rels/slideMaster18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9.xml"/><Relationship Id="rId4" Type="http://schemas.openxmlformats.org/officeDocument/2006/relationships/slideLayout" Target="../slideLayouts/slideLayout20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tile tx="0" ty="0" sx="100000" sy="100000" algn="tl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6"/>
          <p:cNvGrpSpPr/>
          <p:nvPr/>
        </p:nvGrpSpPr>
        <p:grpSpPr>
          <a:xfrm>
            <a:off x="0" y="-8640"/>
            <a:ext cx="12190680" cy="6867720"/>
            <a:chOff x="0" y="-8640"/>
            <a:chExt cx="12190680" cy="6867720"/>
          </a:xfrm>
        </p:grpSpPr>
        <p:cxnSp>
          <p:nvCxnSpPr>
            <p:cNvPr id="3" name="Straight Connector 19"/>
            <p:cNvCxnSpPr/>
            <p:nvPr/>
          </p:nvCxnSpPr>
          <p:spPr>
            <a:xfrm>
              <a:off x="9370800" y="0"/>
              <a:ext cx="1220760" cy="6859440"/>
            </a:xfrm>
            <a:prstGeom prst="straightConnector1">
              <a:avLst/>
            </a:prstGeom>
            <a:ln cap="rnd" w="9525">
              <a:solidFill>
                <a:srgbClr val="bfbfbf"/>
              </a:solidFill>
              <a:round/>
            </a:ln>
          </p:spPr>
        </p:cxnSp>
        <p:cxnSp>
          <p:nvCxnSpPr>
            <p:cNvPr id="4" name="Straight Connector 20"/>
            <p:cNvCxnSpPr/>
            <p:nvPr/>
          </p:nvCxnSpPr>
          <p:spPr>
            <a:xfrm flipH="1">
              <a:off x="7425000" y="3681360"/>
              <a:ext cx="4764960" cy="3178080"/>
            </a:xfrm>
            <a:prstGeom prst="straightConnector1">
              <a:avLst/>
            </a:prstGeom>
            <a:ln cap="rnd" w="9525">
              <a:solidFill>
                <a:srgbClr val="d9d9d9"/>
              </a:solidFill>
              <a:round/>
            </a:ln>
          </p:spPr>
        </p:cxnSp>
        <p:sp>
          <p:nvSpPr>
            <p:cNvPr id="5" name="Rectangle 23"/>
            <p:cNvSpPr/>
            <p:nvPr/>
          </p:nvSpPr>
          <p:spPr>
            <a:xfrm>
              <a:off x="9181440" y="-8640"/>
              <a:ext cx="3006000" cy="6865200"/>
            </a:xfrm>
            <a:custGeom>
              <a:avLst/>
              <a:gdLst>
                <a:gd name="textAreaLeft" fmla="*/ 0 w 3006000"/>
                <a:gd name="textAreaRight" fmla="*/ 3007440 w 300600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erif"/>
              </a:endParaRPr>
            </a:p>
          </p:txBody>
        </p:sp>
        <p:sp>
          <p:nvSpPr>
            <p:cNvPr id="6" name="Rectangle 25"/>
            <p:cNvSpPr/>
            <p:nvPr/>
          </p:nvSpPr>
          <p:spPr>
            <a:xfrm>
              <a:off x="9603360" y="-8640"/>
              <a:ext cx="2586960" cy="6865200"/>
            </a:xfrm>
            <a:custGeom>
              <a:avLst/>
              <a:gdLst>
                <a:gd name="textAreaLeft" fmla="*/ 0 w 2586960"/>
                <a:gd name="textAreaRight" fmla="*/ 2588400 w 258696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erif"/>
              </a:endParaRPr>
            </a:p>
          </p:txBody>
        </p:sp>
        <p:sp>
          <p:nvSpPr>
            <p:cNvPr id="7" name="Isosceles Triangle 23"/>
            <p:cNvSpPr/>
            <p:nvPr/>
          </p:nvSpPr>
          <p:spPr>
            <a:xfrm>
              <a:off x="8932320" y="3048120"/>
              <a:ext cx="3258360" cy="380844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Noto Serif"/>
              </a:endParaRPr>
            </a:p>
          </p:txBody>
        </p:sp>
        <p:sp>
          <p:nvSpPr>
            <p:cNvPr id="8" name="Rectangle 27"/>
            <p:cNvSpPr/>
            <p:nvPr/>
          </p:nvSpPr>
          <p:spPr>
            <a:xfrm>
              <a:off x="9334440" y="-8640"/>
              <a:ext cx="2853000" cy="6865200"/>
            </a:xfrm>
            <a:custGeom>
              <a:avLst/>
              <a:gdLst>
                <a:gd name="textAreaLeft" fmla="*/ 0 w 2853000"/>
                <a:gd name="textAreaRight" fmla="*/ 2854440 w 285300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Noto Serif"/>
              </a:endParaRPr>
            </a:p>
          </p:txBody>
        </p:sp>
        <p:sp>
          <p:nvSpPr>
            <p:cNvPr id="9" name="Rectangle 28"/>
            <p:cNvSpPr/>
            <p:nvPr/>
          </p:nvSpPr>
          <p:spPr>
            <a:xfrm>
              <a:off x="10898640" y="-8640"/>
              <a:ext cx="1288800" cy="6865200"/>
            </a:xfrm>
            <a:custGeom>
              <a:avLst/>
              <a:gdLst>
                <a:gd name="textAreaLeft" fmla="*/ 0 w 1288800"/>
                <a:gd name="textAreaRight" fmla="*/ 1290240 w 128880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erif"/>
              </a:endParaRPr>
            </a:p>
          </p:txBody>
        </p:sp>
        <p:sp>
          <p:nvSpPr>
            <p:cNvPr id="10" name="Rectangle 29"/>
            <p:cNvSpPr/>
            <p:nvPr/>
          </p:nvSpPr>
          <p:spPr>
            <a:xfrm>
              <a:off x="10938960" y="-8640"/>
              <a:ext cx="1248480" cy="6865200"/>
            </a:xfrm>
            <a:custGeom>
              <a:avLst/>
              <a:gdLst>
                <a:gd name="textAreaLeft" fmla="*/ 0 w 1248480"/>
                <a:gd name="textAreaRight" fmla="*/ 1249920 w 124848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erif"/>
              </a:endParaRPr>
            </a:p>
          </p:txBody>
        </p:sp>
        <p:sp>
          <p:nvSpPr>
            <p:cNvPr id="11" name="Isosceles Triangle 27"/>
            <p:cNvSpPr/>
            <p:nvPr/>
          </p:nvSpPr>
          <p:spPr>
            <a:xfrm>
              <a:off x="10371600" y="3589920"/>
              <a:ext cx="1815840" cy="326664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erif"/>
              </a:endParaRPr>
            </a:p>
          </p:txBody>
        </p:sp>
        <p:sp>
          <p:nvSpPr>
            <p:cNvPr id="12" name="Isosceles Triangle 28"/>
            <p:cNvSpPr/>
            <p:nvPr/>
          </p:nvSpPr>
          <p:spPr>
            <a:xfrm>
              <a:off x="0" y="4013280"/>
              <a:ext cx="447120" cy="284328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erif"/>
              </a:endParaRPr>
            </a:p>
          </p:txBody>
        </p:sp>
      </p:grpSp>
      <p:grpSp>
        <p:nvGrpSpPr>
          <p:cNvPr id="13" name="Group 6"/>
          <p:cNvGrpSpPr/>
          <p:nvPr/>
        </p:nvGrpSpPr>
        <p:grpSpPr>
          <a:xfrm>
            <a:off x="1440" y="-8640"/>
            <a:ext cx="12189240" cy="6867720"/>
            <a:chOff x="1440" y="-8640"/>
            <a:chExt cx="12189240" cy="6867720"/>
          </a:xfrm>
        </p:grpSpPr>
        <p:cxnSp>
          <p:nvCxnSpPr>
            <p:cNvPr id="14" name="Straight Connector 31"/>
            <p:cNvCxnSpPr/>
            <p:nvPr/>
          </p:nvCxnSpPr>
          <p:spPr>
            <a:xfrm>
              <a:off x="9370800" y="0"/>
              <a:ext cx="1220760" cy="6859440"/>
            </a:xfrm>
            <a:prstGeom prst="straightConnector1">
              <a:avLst/>
            </a:prstGeom>
            <a:ln cap="rnd" w="9525">
              <a:solidFill>
                <a:srgbClr val="bfbfbf"/>
              </a:solidFill>
              <a:round/>
            </a:ln>
          </p:spPr>
        </p:cxnSp>
        <p:cxnSp>
          <p:nvCxnSpPr>
            <p:cNvPr id="15" name="Straight Connector 20"/>
            <p:cNvCxnSpPr/>
            <p:nvPr/>
          </p:nvCxnSpPr>
          <p:spPr>
            <a:xfrm flipH="1">
              <a:off x="7425000" y="3681360"/>
              <a:ext cx="4764960" cy="3178080"/>
            </a:xfrm>
            <a:prstGeom prst="straightConnector1">
              <a:avLst/>
            </a:prstGeom>
            <a:ln cap="rnd" w="9525">
              <a:solidFill>
                <a:srgbClr val="d9d9d9"/>
              </a:solidFill>
              <a:round/>
            </a:ln>
          </p:spPr>
        </p:cxnSp>
        <p:sp>
          <p:nvSpPr>
            <p:cNvPr id="16" name="Rectangle 23"/>
            <p:cNvSpPr/>
            <p:nvPr/>
          </p:nvSpPr>
          <p:spPr>
            <a:xfrm>
              <a:off x="9181440" y="-8640"/>
              <a:ext cx="3006000" cy="6865200"/>
            </a:xfrm>
            <a:custGeom>
              <a:avLst/>
              <a:gdLst>
                <a:gd name="textAreaLeft" fmla="*/ 0 w 3006000"/>
                <a:gd name="textAreaRight" fmla="*/ 3007440 w 300600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erif"/>
              </a:endParaRPr>
            </a:p>
          </p:txBody>
        </p:sp>
        <p:sp>
          <p:nvSpPr>
            <p:cNvPr id="17" name="Rectangle 25"/>
            <p:cNvSpPr/>
            <p:nvPr/>
          </p:nvSpPr>
          <p:spPr>
            <a:xfrm>
              <a:off x="9603360" y="-8640"/>
              <a:ext cx="2586960" cy="6865200"/>
            </a:xfrm>
            <a:custGeom>
              <a:avLst/>
              <a:gdLst>
                <a:gd name="textAreaLeft" fmla="*/ 0 w 2586960"/>
                <a:gd name="textAreaRight" fmla="*/ 2588400 w 258696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erif"/>
              </a:endParaRPr>
            </a:p>
          </p:txBody>
        </p:sp>
        <p:sp>
          <p:nvSpPr>
            <p:cNvPr id="18" name="Isosceles Triangle 26"/>
            <p:cNvSpPr/>
            <p:nvPr/>
          </p:nvSpPr>
          <p:spPr>
            <a:xfrm>
              <a:off x="8932320" y="3048120"/>
              <a:ext cx="3258360" cy="380844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Noto Serif"/>
              </a:endParaRPr>
            </a:p>
          </p:txBody>
        </p:sp>
        <p:sp>
          <p:nvSpPr>
            <p:cNvPr id="19" name="Rectangle 27"/>
            <p:cNvSpPr/>
            <p:nvPr/>
          </p:nvSpPr>
          <p:spPr>
            <a:xfrm>
              <a:off x="9334440" y="-8640"/>
              <a:ext cx="2853000" cy="6865200"/>
            </a:xfrm>
            <a:custGeom>
              <a:avLst/>
              <a:gdLst>
                <a:gd name="textAreaLeft" fmla="*/ 0 w 2853000"/>
                <a:gd name="textAreaRight" fmla="*/ 2854440 w 285300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Noto Serif"/>
              </a:endParaRPr>
            </a:p>
          </p:txBody>
        </p:sp>
        <p:sp>
          <p:nvSpPr>
            <p:cNvPr id="20" name="Rectangle 28"/>
            <p:cNvSpPr/>
            <p:nvPr/>
          </p:nvSpPr>
          <p:spPr>
            <a:xfrm>
              <a:off x="10898640" y="-8640"/>
              <a:ext cx="1288800" cy="6865200"/>
            </a:xfrm>
            <a:custGeom>
              <a:avLst/>
              <a:gdLst>
                <a:gd name="textAreaLeft" fmla="*/ 0 w 1288800"/>
                <a:gd name="textAreaRight" fmla="*/ 1290240 w 128880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erif"/>
              </a:endParaRPr>
            </a:p>
          </p:txBody>
        </p:sp>
        <p:sp>
          <p:nvSpPr>
            <p:cNvPr id="21" name="Rectangle 29"/>
            <p:cNvSpPr/>
            <p:nvPr/>
          </p:nvSpPr>
          <p:spPr>
            <a:xfrm>
              <a:off x="10938960" y="-8640"/>
              <a:ext cx="1248480" cy="6865200"/>
            </a:xfrm>
            <a:custGeom>
              <a:avLst/>
              <a:gdLst>
                <a:gd name="textAreaLeft" fmla="*/ 0 w 1248480"/>
                <a:gd name="textAreaRight" fmla="*/ 1249920 w 124848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erif"/>
              </a:endParaRPr>
            </a:p>
          </p:txBody>
        </p:sp>
        <p:sp>
          <p:nvSpPr>
            <p:cNvPr id="22" name="Isosceles Triangle 30"/>
            <p:cNvSpPr/>
            <p:nvPr/>
          </p:nvSpPr>
          <p:spPr>
            <a:xfrm>
              <a:off x="10371600" y="3589920"/>
              <a:ext cx="1815840" cy="326664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erif"/>
              </a:endParaRPr>
            </a:p>
          </p:txBody>
        </p:sp>
        <p:sp>
          <p:nvSpPr>
            <p:cNvPr id="23" name="Isosceles Triangle 18"/>
            <p:cNvSpPr/>
            <p:nvPr/>
          </p:nvSpPr>
          <p:spPr>
            <a:xfrm rot="10800000">
              <a:off x="1440" y="1440"/>
              <a:ext cx="841320" cy="56646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erif"/>
              </a:endParaRPr>
            </a:p>
          </p:txBody>
        </p:sp>
      </p:grpSp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677160" y="1131840"/>
            <a:ext cx="859536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Noto Serif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ftr" idx="1"/>
          </p:nvPr>
        </p:nvSpPr>
        <p:spPr>
          <a:xfrm>
            <a:off x="677160" y="6041520"/>
            <a:ext cx="62960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erif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erif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sldNum" idx="2"/>
          </p:nvPr>
        </p:nvSpPr>
        <p:spPr>
          <a:xfrm>
            <a:off x="8590680" y="6041520"/>
            <a:ext cx="6818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27677200-0F33-4D50-9258-A1186F2763EA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2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dt" idx="3"/>
          </p:nvPr>
        </p:nvSpPr>
        <p:spPr>
          <a:xfrm>
            <a:off x="7205040" y="6041520"/>
            <a:ext cx="9104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erif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erif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Noto Serif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Noto Serif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Noto Serif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erif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erif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erif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erif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  <p:sldLayoutId id="2147483663" r:id="rId14"/>
  </p:sldLayoutIdLst>
</p:sldMaster>
</file>

<file path=ppt/slideMasters/slideMaster1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tile tx="0" ty="0" sx="100000" sy="100000" algn="tl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1" name="Group 6"/>
          <p:cNvGrpSpPr/>
          <p:nvPr/>
        </p:nvGrpSpPr>
        <p:grpSpPr>
          <a:xfrm>
            <a:off x="0" y="-8640"/>
            <a:ext cx="12190680" cy="6867720"/>
            <a:chOff x="0" y="-8640"/>
            <a:chExt cx="12190680" cy="6867720"/>
          </a:xfrm>
        </p:grpSpPr>
        <p:cxnSp>
          <p:nvCxnSpPr>
            <p:cNvPr id="252" name="Straight Connector 19"/>
            <p:cNvCxnSpPr/>
            <p:nvPr/>
          </p:nvCxnSpPr>
          <p:spPr>
            <a:xfrm>
              <a:off x="9370800" y="0"/>
              <a:ext cx="1220760" cy="6859440"/>
            </a:xfrm>
            <a:prstGeom prst="straightConnector1">
              <a:avLst/>
            </a:prstGeom>
            <a:ln cap="rnd" w="9525">
              <a:solidFill>
                <a:srgbClr val="bfbfbf"/>
              </a:solidFill>
              <a:round/>
            </a:ln>
          </p:spPr>
        </p:cxnSp>
        <p:cxnSp>
          <p:nvCxnSpPr>
            <p:cNvPr id="253" name="Straight Connector 20"/>
            <p:cNvCxnSpPr/>
            <p:nvPr/>
          </p:nvCxnSpPr>
          <p:spPr>
            <a:xfrm flipH="1">
              <a:off x="7425000" y="3681360"/>
              <a:ext cx="4764960" cy="3178080"/>
            </a:xfrm>
            <a:prstGeom prst="straightConnector1">
              <a:avLst/>
            </a:prstGeom>
            <a:ln cap="rnd" w="9525">
              <a:solidFill>
                <a:srgbClr val="d9d9d9"/>
              </a:solidFill>
              <a:round/>
            </a:ln>
          </p:spPr>
        </p:cxnSp>
        <p:sp>
          <p:nvSpPr>
            <p:cNvPr id="254" name="Rectangle 23"/>
            <p:cNvSpPr/>
            <p:nvPr/>
          </p:nvSpPr>
          <p:spPr>
            <a:xfrm>
              <a:off x="9181440" y="-8640"/>
              <a:ext cx="3006000" cy="6865200"/>
            </a:xfrm>
            <a:custGeom>
              <a:avLst/>
              <a:gdLst>
                <a:gd name="textAreaLeft" fmla="*/ 0 w 3006000"/>
                <a:gd name="textAreaRight" fmla="*/ 3007440 w 300600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erif"/>
              </a:endParaRPr>
            </a:p>
          </p:txBody>
        </p:sp>
        <p:sp>
          <p:nvSpPr>
            <p:cNvPr id="255" name="Rectangle 25"/>
            <p:cNvSpPr/>
            <p:nvPr/>
          </p:nvSpPr>
          <p:spPr>
            <a:xfrm>
              <a:off x="9603360" y="-8640"/>
              <a:ext cx="2586960" cy="6865200"/>
            </a:xfrm>
            <a:custGeom>
              <a:avLst/>
              <a:gdLst>
                <a:gd name="textAreaLeft" fmla="*/ 0 w 2586960"/>
                <a:gd name="textAreaRight" fmla="*/ 2588400 w 258696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erif"/>
              </a:endParaRPr>
            </a:p>
          </p:txBody>
        </p:sp>
        <p:sp>
          <p:nvSpPr>
            <p:cNvPr id="256" name="Isosceles Triangle 23"/>
            <p:cNvSpPr/>
            <p:nvPr/>
          </p:nvSpPr>
          <p:spPr>
            <a:xfrm>
              <a:off x="8932320" y="3048120"/>
              <a:ext cx="3258360" cy="380844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Noto Serif"/>
              </a:endParaRPr>
            </a:p>
          </p:txBody>
        </p:sp>
        <p:sp>
          <p:nvSpPr>
            <p:cNvPr id="257" name="Rectangle 27"/>
            <p:cNvSpPr/>
            <p:nvPr/>
          </p:nvSpPr>
          <p:spPr>
            <a:xfrm>
              <a:off x="9334440" y="-8640"/>
              <a:ext cx="2853000" cy="6865200"/>
            </a:xfrm>
            <a:custGeom>
              <a:avLst/>
              <a:gdLst>
                <a:gd name="textAreaLeft" fmla="*/ 0 w 2853000"/>
                <a:gd name="textAreaRight" fmla="*/ 2854440 w 285300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Noto Serif"/>
              </a:endParaRPr>
            </a:p>
          </p:txBody>
        </p:sp>
        <p:sp>
          <p:nvSpPr>
            <p:cNvPr id="258" name="Rectangle 28"/>
            <p:cNvSpPr/>
            <p:nvPr/>
          </p:nvSpPr>
          <p:spPr>
            <a:xfrm>
              <a:off x="10898640" y="-8640"/>
              <a:ext cx="1288800" cy="6865200"/>
            </a:xfrm>
            <a:custGeom>
              <a:avLst/>
              <a:gdLst>
                <a:gd name="textAreaLeft" fmla="*/ 0 w 1288800"/>
                <a:gd name="textAreaRight" fmla="*/ 1290240 w 128880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erif"/>
              </a:endParaRPr>
            </a:p>
          </p:txBody>
        </p:sp>
        <p:sp>
          <p:nvSpPr>
            <p:cNvPr id="259" name="Rectangle 29"/>
            <p:cNvSpPr/>
            <p:nvPr/>
          </p:nvSpPr>
          <p:spPr>
            <a:xfrm>
              <a:off x="10938960" y="-8640"/>
              <a:ext cx="1248480" cy="6865200"/>
            </a:xfrm>
            <a:custGeom>
              <a:avLst/>
              <a:gdLst>
                <a:gd name="textAreaLeft" fmla="*/ 0 w 1248480"/>
                <a:gd name="textAreaRight" fmla="*/ 1249920 w 124848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erif"/>
              </a:endParaRPr>
            </a:p>
          </p:txBody>
        </p:sp>
        <p:sp>
          <p:nvSpPr>
            <p:cNvPr id="260" name="Isosceles Triangle 27"/>
            <p:cNvSpPr/>
            <p:nvPr/>
          </p:nvSpPr>
          <p:spPr>
            <a:xfrm>
              <a:off x="10371600" y="3589920"/>
              <a:ext cx="1815840" cy="326664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erif"/>
              </a:endParaRPr>
            </a:p>
          </p:txBody>
        </p:sp>
        <p:sp>
          <p:nvSpPr>
            <p:cNvPr id="261" name="Isosceles Triangle 28"/>
            <p:cNvSpPr/>
            <p:nvPr/>
          </p:nvSpPr>
          <p:spPr>
            <a:xfrm>
              <a:off x="0" y="4013280"/>
              <a:ext cx="447120" cy="284328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erif"/>
              </a:endParaRPr>
            </a:p>
          </p:txBody>
        </p:sp>
      </p:grpSp>
      <p:sp>
        <p:nvSpPr>
          <p:cNvPr id="262" name="PlaceHolder 1"/>
          <p:cNvSpPr>
            <a:spLocks noGrp="1"/>
          </p:cNvSpPr>
          <p:nvPr>
            <p:ph type="title"/>
          </p:nvPr>
        </p:nvSpPr>
        <p:spPr>
          <a:xfrm>
            <a:off x="677160" y="1131840"/>
            <a:ext cx="859536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Noto Serif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263" name="PlaceHolder 2"/>
          <p:cNvSpPr>
            <a:spLocks noGrp="1"/>
          </p:cNvSpPr>
          <p:nvPr>
            <p:ph type="ftr" idx="43"/>
          </p:nvPr>
        </p:nvSpPr>
        <p:spPr>
          <a:xfrm>
            <a:off x="677160" y="6041520"/>
            <a:ext cx="62960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erif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erif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264" name="PlaceHolder 3"/>
          <p:cNvSpPr>
            <a:spLocks noGrp="1"/>
          </p:cNvSpPr>
          <p:nvPr>
            <p:ph type="sldNum" idx="44"/>
          </p:nvPr>
        </p:nvSpPr>
        <p:spPr>
          <a:xfrm>
            <a:off x="8590680" y="6041520"/>
            <a:ext cx="6818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FACE6ABC-3961-40C7-93A4-A20FCB12DE34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265" name="PlaceHolder 4"/>
          <p:cNvSpPr>
            <a:spLocks noGrp="1"/>
          </p:cNvSpPr>
          <p:nvPr>
            <p:ph type="dt" idx="45"/>
          </p:nvPr>
        </p:nvSpPr>
        <p:spPr>
          <a:xfrm>
            <a:off x="7205040" y="6041520"/>
            <a:ext cx="9104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erif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erif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3"/>
  </p:sldLayoutIdLst>
</p:sldMaster>
</file>

<file path=ppt/slideMasters/slideMaster1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tile tx="0" ty="0" sx="100000" sy="100000" algn="tl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8" name="Group 6"/>
          <p:cNvGrpSpPr/>
          <p:nvPr/>
        </p:nvGrpSpPr>
        <p:grpSpPr>
          <a:xfrm>
            <a:off x="0" y="-8640"/>
            <a:ext cx="12190680" cy="6867720"/>
            <a:chOff x="0" y="-8640"/>
            <a:chExt cx="12190680" cy="6867720"/>
          </a:xfrm>
        </p:grpSpPr>
        <p:cxnSp>
          <p:nvCxnSpPr>
            <p:cNvPr id="269" name="Straight Connector 19"/>
            <p:cNvCxnSpPr/>
            <p:nvPr/>
          </p:nvCxnSpPr>
          <p:spPr>
            <a:xfrm>
              <a:off x="9370800" y="0"/>
              <a:ext cx="1220760" cy="6859440"/>
            </a:xfrm>
            <a:prstGeom prst="straightConnector1">
              <a:avLst/>
            </a:prstGeom>
            <a:ln cap="rnd" w="9525">
              <a:solidFill>
                <a:srgbClr val="bfbfbf"/>
              </a:solidFill>
              <a:round/>
            </a:ln>
          </p:spPr>
        </p:cxnSp>
        <p:cxnSp>
          <p:nvCxnSpPr>
            <p:cNvPr id="270" name="Straight Connector 20"/>
            <p:cNvCxnSpPr/>
            <p:nvPr/>
          </p:nvCxnSpPr>
          <p:spPr>
            <a:xfrm flipH="1">
              <a:off x="7425000" y="3681360"/>
              <a:ext cx="4764960" cy="3178080"/>
            </a:xfrm>
            <a:prstGeom prst="straightConnector1">
              <a:avLst/>
            </a:prstGeom>
            <a:ln cap="rnd" w="9525">
              <a:solidFill>
                <a:srgbClr val="d9d9d9"/>
              </a:solidFill>
              <a:round/>
            </a:ln>
          </p:spPr>
        </p:cxnSp>
        <p:sp>
          <p:nvSpPr>
            <p:cNvPr id="271" name="Rectangle 23"/>
            <p:cNvSpPr/>
            <p:nvPr/>
          </p:nvSpPr>
          <p:spPr>
            <a:xfrm>
              <a:off x="9181440" y="-8640"/>
              <a:ext cx="3006000" cy="6865200"/>
            </a:xfrm>
            <a:custGeom>
              <a:avLst/>
              <a:gdLst>
                <a:gd name="textAreaLeft" fmla="*/ 0 w 3006000"/>
                <a:gd name="textAreaRight" fmla="*/ 3007440 w 300600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erif"/>
              </a:endParaRPr>
            </a:p>
          </p:txBody>
        </p:sp>
        <p:sp>
          <p:nvSpPr>
            <p:cNvPr id="272" name="Rectangle 25"/>
            <p:cNvSpPr/>
            <p:nvPr/>
          </p:nvSpPr>
          <p:spPr>
            <a:xfrm>
              <a:off x="9603360" y="-8640"/>
              <a:ext cx="2586960" cy="6865200"/>
            </a:xfrm>
            <a:custGeom>
              <a:avLst/>
              <a:gdLst>
                <a:gd name="textAreaLeft" fmla="*/ 0 w 2586960"/>
                <a:gd name="textAreaRight" fmla="*/ 2588400 w 258696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erif"/>
              </a:endParaRPr>
            </a:p>
          </p:txBody>
        </p:sp>
        <p:sp>
          <p:nvSpPr>
            <p:cNvPr id="273" name="Isosceles Triangle 23"/>
            <p:cNvSpPr/>
            <p:nvPr/>
          </p:nvSpPr>
          <p:spPr>
            <a:xfrm>
              <a:off x="8932320" y="3048120"/>
              <a:ext cx="3258360" cy="380844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Noto Serif"/>
              </a:endParaRPr>
            </a:p>
          </p:txBody>
        </p:sp>
        <p:sp>
          <p:nvSpPr>
            <p:cNvPr id="274" name="Rectangle 27"/>
            <p:cNvSpPr/>
            <p:nvPr/>
          </p:nvSpPr>
          <p:spPr>
            <a:xfrm>
              <a:off x="9334440" y="-8640"/>
              <a:ext cx="2853000" cy="6865200"/>
            </a:xfrm>
            <a:custGeom>
              <a:avLst/>
              <a:gdLst>
                <a:gd name="textAreaLeft" fmla="*/ 0 w 2853000"/>
                <a:gd name="textAreaRight" fmla="*/ 2854440 w 285300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Noto Serif"/>
              </a:endParaRPr>
            </a:p>
          </p:txBody>
        </p:sp>
        <p:sp>
          <p:nvSpPr>
            <p:cNvPr id="275" name="Rectangle 28"/>
            <p:cNvSpPr/>
            <p:nvPr/>
          </p:nvSpPr>
          <p:spPr>
            <a:xfrm>
              <a:off x="10898640" y="-8640"/>
              <a:ext cx="1288800" cy="6865200"/>
            </a:xfrm>
            <a:custGeom>
              <a:avLst/>
              <a:gdLst>
                <a:gd name="textAreaLeft" fmla="*/ 0 w 1288800"/>
                <a:gd name="textAreaRight" fmla="*/ 1290240 w 128880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erif"/>
              </a:endParaRPr>
            </a:p>
          </p:txBody>
        </p:sp>
        <p:sp>
          <p:nvSpPr>
            <p:cNvPr id="276" name="Rectangle 29"/>
            <p:cNvSpPr/>
            <p:nvPr/>
          </p:nvSpPr>
          <p:spPr>
            <a:xfrm>
              <a:off x="10938960" y="-8640"/>
              <a:ext cx="1248480" cy="6865200"/>
            </a:xfrm>
            <a:custGeom>
              <a:avLst/>
              <a:gdLst>
                <a:gd name="textAreaLeft" fmla="*/ 0 w 1248480"/>
                <a:gd name="textAreaRight" fmla="*/ 1249920 w 124848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erif"/>
              </a:endParaRPr>
            </a:p>
          </p:txBody>
        </p:sp>
        <p:sp>
          <p:nvSpPr>
            <p:cNvPr id="277" name="Isosceles Triangle 27"/>
            <p:cNvSpPr/>
            <p:nvPr/>
          </p:nvSpPr>
          <p:spPr>
            <a:xfrm>
              <a:off x="10371600" y="3589920"/>
              <a:ext cx="1815840" cy="326664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erif"/>
              </a:endParaRPr>
            </a:p>
          </p:txBody>
        </p:sp>
        <p:sp>
          <p:nvSpPr>
            <p:cNvPr id="278" name="Isosceles Triangle 28"/>
            <p:cNvSpPr/>
            <p:nvPr/>
          </p:nvSpPr>
          <p:spPr>
            <a:xfrm>
              <a:off x="0" y="4013280"/>
              <a:ext cx="447120" cy="284328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erif"/>
              </a:endParaRPr>
            </a:p>
          </p:txBody>
        </p:sp>
      </p:grpSp>
      <p:sp>
        <p:nvSpPr>
          <p:cNvPr id="279" name="PlaceHolder 1"/>
          <p:cNvSpPr>
            <a:spLocks noGrp="1"/>
          </p:cNvSpPr>
          <p:nvPr>
            <p:ph type="title"/>
          </p:nvPr>
        </p:nvSpPr>
        <p:spPr>
          <a:xfrm>
            <a:off x="677160" y="1131840"/>
            <a:ext cx="859536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Noto Serif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280" name="PlaceHolder 2"/>
          <p:cNvSpPr>
            <a:spLocks noGrp="1"/>
          </p:cNvSpPr>
          <p:nvPr>
            <p:ph type="ftr" idx="46"/>
          </p:nvPr>
        </p:nvSpPr>
        <p:spPr>
          <a:xfrm>
            <a:off x="677160" y="6041520"/>
            <a:ext cx="62960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erif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erif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281" name="PlaceHolder 3"/>
          <p:cNvSpPr>
            <a:spLocks noGrp="1"/>
          </p:cNvSpPr>
          <p:nvPr>
            <p:ph type="sldNum" idx="47"/>
          </p:nvPr>
        </p:nvSpPr>
        <p:spPr>
          <a:xfrm>
            <a:off x="8590680" y="6041520"/>
            <a:ext cx="6818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F33D0CA4-81D1-4B6D-B273-94651582D411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1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282" name="PlaceHolder 4"/>
          <p:cNvSpPr>
            <a:spLocks noGrp="1"/>
          </p:cNvSpPr>
          <p:nvPr>
            <p:ph type="dt" idx="48"/>
          </p:nvPr>
        </p:nvSpPr>
        <p:spPr>
          <a:xfrm>
            <a:off x="7205040" y="6041520"/>
            <a:ext cx="9104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erif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erif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3"/>
  </p:sldLayoutIdLst>
</p:sldMaster>
</file>

<file path=ppt/slideMasters/slideMaster1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tile tx="0" ty="0" sx="100000" sy="100000" algn="tl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5" name="Group 6"/>
          <p:cNvGrpSpPr/>
          <p:nvPr/>
        </p:nvGrpSpPr>
        <p:grpSpPr>
          <a:xfrm>
            <a:off x="0" y="-8640"/>
            <a:ext cx="12190680" cy="6867720"/>
            <a:chOff x="0" y="-8640"/>
            <a:chExt cx="12190680" cy="6867720"/>
          </a:xfrm>
        </p:grpSpPr>
        <p:cxnSp>
          <p:nvCxnSpPr>
            <p:cNvPr id="286" name="Straight Connector 19"/>
            <p:cNvCxnSpPr/>
            <p:nvPr/>
          </p:nvCxnSpPr>
          <p:spPr>
            <a:xfrm>
              <a:off x="9370800" y="0"/>
              <a:ext cx="1220760" cy="6859440"/>
            </a:xfrm>
            <a:prstGeom prst="straightConnector1">
              <a:avLst/>
            </a:prstGeom>
            <a:ln cap="rnd" w="9525">
              <a:solidFill>
                <a:srgbClr val="bfbfbf"/>
              </a:solidFill>
              <a:round/>
            </a:ln>
          </p:spPr>
        </p:cxnSp>
        <p:cxnSp>
          <p:nvCxnSpPr>
            <p:cNvPr id="287" name="Straight Connector 20"/>
            <p:cNvCxnSpPr/>
            <p:nvPr/>
          </p:nvCxnSpPr>
          <p:spPr>
            <a:xfrm flipH="1">
              <a:off x="7425000" y="3681360"/>
              <a:ext cx="4764960" cy="3178080"/>
            </a:xfrm>
            <a:prstGeom prst="straightConnector1">
              <a:avLst/>
            </a:prstGeom>
            <a:ln cap="rnd" w="9525">
              <a:solidFill>
                <a:srgbClr val="d9d9d9"/>
              </a:solidFill>
              <a:round/>
            </a:ln>
          </p:spPr>
        </p:cxnSp>
        <p:sp>
          <p:nvSpPr>
            <p:cNvPr id="288" name="Rectangle 23"/>
            <p:cNvSpPr/>
            <p:nvPr/>
          </p:nvSpPr>
          <p:spPr>
            <a:xfrm>
              <a:off x="9181440" y="-8640"/>
              <a:ext cx="3006000" cy="6865200"/>
            </a:xfrm>
            <a:custGeom>
              <a:avLst/>
              <a:gdLst>
                <a:gd name="textAreaLeft" fmla="*/ 0 w 3006000"/>
                <a:gd name="textAreaRight" fmla="*/ 3007440 w 300600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erif"/>
              </a:endParaRPr>
            </a:p>
          </p:txBody>
        </p:sp>
        <p:sp>
          <p:nvSpPr>
            <p:cNvPr id="289" name="Rectangle 25"/>
            <p:cNvSpPr/>
            <p:nvPr/>
          </p:nvSpPr>
          <p:spPr>
            <a:xfrm>
              <a:off x="9603360" y="-8640"/>
              <a:ext cx="2586960" cy="6865200"/>
            </a:xfrm>
            <a:custGeom>
              <a:avLst/>
              <a:gdLst>
                <a:gd name="textAreaLeft" fmla="*/ 0 w 2586960"/>
                <a:gd name="textAreaRight" fmla="*/ 2588400 w 258696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erif"/>
              </a:endParaRPr>
            </a:p>
          </p:txBody>
        </p:sp>
        <p:sp>
          <p:nvSpPr>
            <p:cNvPr id="290" name="Isosceles Triangle 23"/>
            <p:cNvSpPr/>
            <p:nvPr/>
          </p:nvSpPr>
          <p:spPr>
            <a:xfrm>
              <a:off x="8932320" y="3048120"/>
              <a:ext cx="3258360" cy="380844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Noto Serif"/>
              </a:endParaRPr>
            </a:p>
          </p:txBody>
        </p:sp>
        <p:sp>
          <p:nvSpPr>
            <p:cNvPr id="291" name="Rectangle 27"/>
            <p:cNvSpPr/>
            <p:nvPr/>
          </p:nvSpPr>
          <p:spPr>
            <a:xfrm>
              <a:off x="9334440" y="-8640"/>
              <a:ext cx="2853000" cy="6865200"/>
            </a:xfrm>
            <a:custGeom>
              <a:avLst/>
              <a:gdLst>
                <a:gd name="textAreaLeft" fmla="*/ 0 w 2853000"/>
                <a:gd name="textAreaRight" fmla="*/ 2854440 w 285300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Noto Serif"/>
              </a:endParaRPr>
            </a:p>
          </p:txBody>
        </p:sp>
        <p:sp>
          <p:nvSpPr>
            <p:cNvPr id="292" name="Rectangle 28"/>
            <p:cNvSpPr/>
            <p:nvPr/>
          </p:nvSpPr>
          <p:spPr>
            <a:xfrm>
              <a:off x="10898640" y="-8640"/>
              <a:ext cx="1288800" cy="6865200"/>
            </a:xfrm>
            <a:custGeom>
              <a:avLst/>
              <a:gdLst>
                <a:gd name="textAreaLeft" fmla="*/ 0 w 1288800"/>
                <a:gd name="textAreaRight" fmla="*/ 1290240 w 128880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erif"/>
              </a:endParaRPr>
            </a:p>
          </p:txBody>
        </p:sp>
        <p:sp>
          <p:nvSpPr>
            <p:cNvPr id="293" name="Rectangle 29"/>
            <p:cNvSpPr/>
            <p:nvPr/>
          </p:nvSpPr>
          <p:spPr>
            <a:xfrm>
              <a:off x="10938960" y="-8640"/>
              <a:ext cx="1248480" cy="6865200"/>
            </a:xfrm>
            <a:custGeom>
              <a:avLst/>
              <a:gdLst>
                <a:gd name="textAreaLeft" fmla="*/ 0 w 1248480"/>
                <a:gd name="textAreaRight" fmla="*/ 1249920 w 124848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erif"/>
              </a:endParaRPr>
            </a:p>
          </p:txBody>
        </p:sp>
        <p:sp>
          <p:nvSpPr>
            <p:cNvPr id="294" name="Isosceles Triangle 27"/>
            <p:cNvSpPr/>
            <p:nvPr/>
          </p:nvSpPr>
          <p:spPr>
            <a:xfrm>
              <a:off x="10371600" y="3589920"/>
              <a:ext cx="1815840" cy="326664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erif"/>
              </a:endParaRPr>
            </a:p>
          </p:txBody>
        </p:sp>
        <p:sp>
          <p:nvSpPr>
            <p:cNvPr id="295" name="Isosceles Triangle 28"/>
            <p:cNvSpPr/>
            <p:nvPr/>
          </p:nvSpPr>
          <p:spPr>
            <a:xfrm>
              <a:off x="0" y="4013280"/>
              <a:ext cx="447120" cy="284328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erif"/>
              </a:endParaRPr>
            </a:p>
          </p:txBody>
        </p:sp>
      </p:grpSp>
      <p:sp>
        <p:nvSpPr>
          <p:cNvPr id="296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5360" cy="1319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6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Click to edit Master title style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297" name="PlaceHolder 2"/>
          <p:cNvSpPr>
            <a:spLocks noGrp="1"/>
          </p:cNvSpPr>
          <p:nvPr>
            <p:ph type="body"/>
          </p:nvPr>
        </p:nvSpPr>
        <p:spPr>
          <a:xfrm>
            <a:off x="677160" y="2160720"/>
            <a:ext cx="8595360" cy="387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Second level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Third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Fourth level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Fifth level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298" name="PlaceHolder 3"/>
          <p:cNvSpPr>
            <a:spLocks noGrp="1"/>
          </p:cNvSpPr>
          <p:nvPr>
            <p:ph type="dt" idx="49"/>
          </p:nvPr>
        </p:nvSpPr>
        <p:spPr>
          <a:xfrm>
            <a:off x="7205040" y="6041520"/>
            <a:ext cx="9104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299" name="PlaceHolder 4"/>
          <p:cNvSpPr>
            <a:spLocks noGrp="1"/>
          </p:cNvSpPr>
          <p:nvPr>
            <p:ph type="ftr" idx="50"/>
          </p:nvPr>
        </p:nvSpPr>
        <p:spPr>
          <a:xfrm>
            <a:off x="677160" y="6041520"/>
            <a:ext cx="62960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erif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erif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300" name="PlaceHolder 5"/>
          <p:cNvSpPr>
            <a:spLocks noGrp="1"/>
          </p:cNvSpPr>
          <p:nvPr>
            <p:ph type="sldNum" idx="51"/>
          </p:nvPr>
        </p:nvSpPr>
        <p:spPr>
          <a:xfrm>
            <a:off x="8590680" y="6041520"/>
            <a:ext cx="6818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AD477F10-BF0E-4B54-A789-D2A6C9650798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3"/>
  </p:sldLayoutIdLst>
</p:sldMaster>
</file>

<file path=ppt/slideMasters/slideMaster1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71" r:id="rId2"/>
    <p:sldLayoutId id="2147483672" r:id="rId3"/>
    <p:sldLayoutId id="2147483673" r:id="rId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PlaceHolder 1"/>
          <p:cNvSpPr>
            <a:spLocks noGrp="1"/>
          </p:cNvSpPr>
          <p:nvPr>
            <p:ph type="title"/>
          </p:nvPr>
        </p:nvSpPr>
        <p:spPr>
          <a:xfrm>
            <a:off x="1371600" y="301680"/>
            <a:ext cx="7693200" cy="1068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IN" sz="32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Trebuchet MS"/>
              </a:rPr>
              <a:t>Minimal Linux Distribution for Cybersecurity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350" name="PlaceHolder 2"/>
          <p:cNvSpPr>
            <a:spLocks noGrp="1"/>
          </p:cNvSpPr>
          <p:nvPr>
            <p:ph type="subTitle"/>
          </p:nvPr>
        </p:nvSpPr>
        <p:spPr>
          <a:xfrm>
            <a:off x="2081880" y="2558520"/>
            <a:ext cx="8500680" cy="2829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85000" lnSpcReduction="9999"/>
          </a:bodyPr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 TEAM MEMBERS :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SRIDHARAN. T               ( 620822205302 )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PRAVEEN RAJ. G             ( 620822205078 )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  <a:ea typeface="Noto Sans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  <a:ea typeface="Noto Sans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  <a:ea typeface="Noto Sans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  <a:ea typeface="Noto Sans"/>
              </a:rPr>
              <a:t>SHANMUGA SRILAN. T (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620822205097 )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  <a:ea typeface="Noto Sans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  <a:ea typeface="Noto Sans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  <a:ea typeface="Noto Sans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  <a:ea typeface="Noto Sans"/>
              </a:rPr>
              <a:t>MUGILAN. K                   (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620822205066 )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 GUIDE : MRS. P. KARTHIKAYINI, AP/IT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8595360" cy="685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600" b="1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Abstract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352" name="PlaceHolder 2"/>
          <p:cNvSpPr>
            <a:spLocks noGrp="1"/>
          </p:cNvSpPr>
          <p:nvPr>
            <p:ph/>
          </p:nvPr>
        </p:nvSpPr>
        <p:spPr>
          <a:xfrm>
            <a:off x="327960" y="914400"/>
            <a:ext cx="9272520" cy="5715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Modern penetration-testing Linux distributions rely on large collections of security tools, complex dependency chains, and traditional package managers that were not designed with security-first or audit-driven workflows in mind.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These systems often lack transparency, deterministic builds, and fine-grained control over how software is built and deployed.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This project presents  Rogue Linux , a metadata-driven build and package management framework designed specifically for secure and minimal Linux distributions used in penetration testing.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 Cogman replaces traditional package managers with a structured assistant-controlled system where each package is described entirely through metadata, lifecycle definitions, and permissions.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By separating source, build, and deployment stages and enforcing strict verification before installation, Cogman enables reproducible builds, improved trust, and complete control over the operating system environment.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PlaceHolder 1"/>
          <p:cNvSpPr>
            <a:spLocks noGrp="1"/>
          </p:cNvSpPr>
          <p:nvPr>
            <p:ph type="title"/>
          </p:nvPr>
        </p:nvSpPr>
        <p:spPr>
          <a:xfrm>
            <a:off x="1800" y="0"/>
            <a:ext cx="8595360" cy="1319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600" b="1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 Introduction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354" name="PlaceHolder 2"/>
          <p:cNvSpPr>
            <a:spLocks noGrp="1"/>
          </p:cNvSpPr>
          <p:nvPr>
            <p:ph/>
          </p:nvPr>
        </p:nvSpPr>
        <p:spPr>
          <a:xfrm>
            <a:off x="333000" y="914400"/>
            <a:ext cx="9038520" cy="4342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Linux-based penetration testing environments such as Kali Linux or Parrot OS provide powerful toolsets, but they inherit limitations from conventional package management systems.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 These systems are optimized for general-purpose operating systems rather than high-assurance security workflows.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Traditional package managers focus on convenience and speed rather than build determinism, isolation, and audibility.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For penetration testers and security researchers, this introduces risks such as hidden build flags, unknown patches, dependency ambiguity, and unnecessary system complexity.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Cogman is introduced as a ground-up rethinking of how a security-focused Linux distribution should be built, verified, and extended.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Instead of relying on opaque binaries and centralized package logic, Cogman adopts a transparent, metadata-first approach controlled by an intelligent assistant.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PlaceHolder 1"/>
          <p:cNvSpPr>
            <a:spLocks noGrp="1"/>
          </p:cNvSpPr>
          <p:nvPr>
            <p:ph type="title"/>
          </p:nvPr>
        </p:nvSpPr>
        <p:spPr>
          <a:xfrm>
            <a:off x="1800" y="0"/>
            <a:ext cx="8595360" cy="1319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600" b="1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 Problem Statement: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356" name="PlaceHolder 2"/>
          <p:cNvSpPr>
            <a:spLocks noGrp="1"/>
          </p:cNvSpPr>
          <p:nvPr>
            <p:ph/>
          </p:nvPr>
        </p:nvSpPr>
        <p:spPr>
          <a:xfrm>
            <a:off x="333000" y="914400"/>
            <a:ext cx="9038520" cy="4342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Current Linux package management systems suffer from several critical limitations when applied to penetration-testing environments: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Package builds are opaque and difficult to audit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Dependency resolution is implicit and often uncontrolled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Toolchain builds rely heavily on host system assumptions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Security tools are installed directly into the system without strict validation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System reproducibility across machines is difficult to guarantee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These issues reduce trust, complicate forensic analysis, and make long-term maintenance of a secure distribution challenging.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8595360" cy="1319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IN" sz="3600" b="1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OBJECTIVE</a:t>
            </a:r>
            <a:r>
              <a:rPr lang="en-IN" sz="36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 :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358" name="PlaceHolder 2"/>
          <p:cNvSpPr>
            <a:spLocks noGrp="1"/>
          </p:cNvSpPr>
          <p:nvPr>
            <p:ph/>
          </p:nvPr>
        </p:nvSpPr>
        <p:spPr>
          <a:xfrm>
            <a:off x="677160" y="1143000"/>
            <a:ext cx="8595360" cy="4439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The primary objectives of the Cogman framework are: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To design a fully metadata-driven package system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To replace traditional package managers with a controlled assistant-based workflow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To ensure deterministic, repeatable builds for all system components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To support secure toolchain bootstrapping from first principles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To provide a clean foundation for penetration-testing distributions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To enable future expansion toward AI-assisted security tooling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PlaceHolder 1"/>
          <p:cNvSpPr>
            <a:spLocks noGrp="1"/>
          </p:cNvSpPr>
          <p:nvPr>
            <p:ph type="title"/>
          </p:nvPr>
        </p:nvSpPr>
        <p:spPr>
          <a:xfrm>
            <a:off x="340560" y="0"/>
            <a:ext cx="8254800" cy="1319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600" b="1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Existing System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360" name="PlaceHolder 2"/>
          <p:cNvSpPr>
            <a:spLocks noGrp="1"/>
          </p:cNvSpPr>
          <p:nvPr>
            <p:ph/>
          </p:nvPr>
        </p:nvSpPr>
        <p:spPr>
          <a:xfrm>
            <a:off x="750240" y="726480"/>
            <a:ext cx="8080920" cy="270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Most existing Linux distributions use package managers such as APT, DNF, or Pacman. These systems rely on: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Prebuilt binary packages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Centralized repositories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Complex dependency solvers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Implicit trust in upstream maintainers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361" name="Rectangle 3"/>
          <p:cNvSpPr/>
          <p:nvPr/>
        </p:nvSpPr>
        <p:spPr>
          <a:xfrm>
            <a:off x="379440" y="3570120"/>
            <a:ext cx="3500640" cy="64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600" b="1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Disadvantage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362" name="Content Placeholder 1"/>
          <p:cNvSpPr/>
          <p:nvPr/>
        </p:nvSpPr>
        <p:spPr>
          <a:xfrm>
            <a:off x="685800" y="4215960"/>
            <a:ext cx="8080920" cy="270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Lack of full visibility into build processes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Difficult to reproduce identical systems across machines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High dependency bloat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Limited isolation between build and runtime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Security tools often introduce unnecessary attack surface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PlaceHolder 1"/>
          <p:cNvSpPr>
            <a:spLocks noGrp="1"/>
          </p:cNvSpPr>
          <p:nvPr>
            <p:ph type="title"/>
          </p:nvPr>
        </p:nvSpPr>
        <p:spPr>
          <a:xfrm>
            <a:off x="43560" y="156240"/>
            <a:ext cx="8595360" cy="1319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600" b="1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 PROPOSED SYSTEM :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364" name="PlaceHolder 2"/>
          <p:cNvSpPr>
            <a:spLocks noGrp="1"/>
          </p:cNvSpPr>
          <p:nvPr>
            <p:ph/>
          </p:nvPr>
        </p:nvSpPr>
        <p:spPr>
          <a:xfrm>
            <a:off x="791640" y="945000"/>
            <a:ext cx="8595360" cy="2711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Cogman introduces a metadata-centric and assistant-driven architecture where every package is explicitly defined by structured configuration files. Instead of installing packages directly into the system, Cogman enforces a staged workflow: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Source acquisition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Controlled build lifecycle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Isolated package root installation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365" name="Rectangle 4"/>
          <p:cNvSpPr/>
          <p:nvPr/>
        </p:nvSpPr>
        <p:spPr>
          <a:xfrm>
            <a:off x="184680" y="3560400"/>
            <a:ext cx="3121200" cy="64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600" b="1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Advantage 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366" name="Content Placeholder 4"/>
          <p:cNvSpPr/>
          <p:nvPr/>
        </p:nvSpPr>
        <p:spPr>
          <a:xfrm>
            <a:off x="776880" y="4206960"/>
            <a:ext cx="8595360" cy="265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Complete transparency of build and install steps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Deterministic and reproducible builds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Strong separation between build, package, and system root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Fine-grained dependency verification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Improved system security and auditability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PlaceHolder 1"/>
          <p:cNvSpPr>
            <a:spLocks noGrp="1"/>
          </p:cNvSpPr>
          <p:nvPr>
            <p:ph type="title"/>
          </p:nvPr>
        </p:nvSpPr>
        <p:spPr>
          <a:xfrm>
            <a:off x="0" y="20520"/>
            <a:ext cx="9600120" cy="892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6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SYSTEM ARCHITECTURE /FLOW DIAGRAM : 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368" name=""/>
          <p:cNvSpPr/>
          <p:nvPr/>
        </p:nvSpPr>
        <p:spPr>
          <a:xfrm>
            <a:off x="3873600" y="2184840"/>
            <a:ext cx="3427920" cy="45612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Noto Serif"/>
              </a:rPr>
              <a:t>Package Metadat Layer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369" name=""/>
          <p:cNvSpPr/>
          <p:nvPr/>
        </p:nvSpPr>
        <p:spPr>
          <a:xfrm>
            <a:off x="3886200" y="3099240"/>
            <a:ext cx="3427920" cy="45612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Noto Serif"/>
              </a:rPr>
              <a:t>Schema Verification Layer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370" name=""/>
          <p:cNvSpPr/>
          <p:nvPr/>
        </p:nvSpPr>
        <p:spPr>
          <a:xfrm>
            <a:off x="3886200" y="4013640"/>
            <a:ext cx="3427920" cy="45612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Noto Serif"/>
              </a:rPr>
              <a:t>Cogman build engine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371" name=""/>
          <p:cNvSpPr/>
          <p:nvPr/>
        </p:nvSpPr>
        <p:spPr>
          <a:xfrm>
            <a:off x="3886200" y="4928040"/>
            <a:ext cx="3427920" cy="45612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Noto Serif"/>
              </a:rPr>
              <a:t>Package rootinstall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372" name=""/>
          <p:cNvSpPr/>
          <p:nvPr/>
        </p:nvSpPr>
        <p:spPr>
          <a:xfrm>
            <a:off x="5486400" y="4470840"/>
            <a:ext cx="227520" cy="45612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373" name=""/>
          <p:cNvSpPr/>
          <p:nvPr/>
        </p:nvSpPr>
        <p:spPr>
          <a:xfrm>
            <a:off x="5486400" y="2642040"/>
            <a:ext cx="227520" cy="45612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374" name=""/>
          <p:cNvSpPr/>
          <p:nvPr/>
        </p:nvSpPr>
        <p:spPr>
          <a:xfrm>
            <a:off x="5486400" y="3556440"/>
            <a:ext cx="227520" cy="45612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375" name=""/>
          <p:cNvSpPr/>
          <p:nvPr/>
        </p:nvSpPr>
        <p:spPr>
          <a:xfrm>
            <a:off x="5486400" y="1727640"/>
            <a:ext cx="227520" cy="45612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376" name=""/>
          <p:cNvSpPr/>
          <p:nvPr/>
        </p:nvSpPr>
        <p:spPr>
          <a:xfrm>
            <a:off x="3886200" y="1371600"/>
            <a:ext cx="3427920" cy="45612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Noto Serif"/>
              </a:rPr>
              <a:t>Cogman Assistant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377" name=""/>
          <p:cNvSpPr/>
          <p:nvPr/>
        </p:nvSpPr>
        <p:spPr>
          <a:xfrm>
            <a:off x="3886200" y="5943600"/>
            <a:ext cx="3427920" cy="45612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Noto Serif"/>
              </a:rPr>
              <a:t>Rootfs Deployment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378" name=""/>
          <p:cNvSpPr/>
          <p:nvPr/>
        </p:nvSpPr>
        <p:spPr>
          <a:xfrm>
            <a:off x="5462640" y="5487120"/>
            <a:ext cx="227520" cy="45612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PlaceHolder 1"/>
          <p:cNvSpPr>
            <a:spLocks noGrp="1"/>
          </p:cNvSpPr>
          <p:nvPr>
            <p:ph type="title"/>
          </p:nvPr>
        </p:nvSpPr>
        <p:spPr>
          <a:xfrm>
            <a:off x="43560" y="156240"/>
            <a:ext cx="8595360" cy="1319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600" b="1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 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380" name="PlaceHolder 2"/>
          <p:cNvSpPr>
            <a:spLocks noGrp="1"/>
          </p:cNvSpPr>
          <p:nvPr>
            <p:ph/>
          </p:nvPr>
        </p:nvSpPr>
        <p:spPr>
          <a:xfrm>
            <a:off x="266400" y="205560"/>
            <a:ext cx="8595360" cy="619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25000" lnSpcReduction="19999"/>
          </a:bodyPr>
          <a:p>
            <a:pPr marL="343080" indent="-343080" algn="just" defTabSz="457200">
              <a:lnSpc>
                <a:spcPct val="15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IN" sz="14400" b="1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MODULES :</a:t>
            </a:r>
            <a:endParaRPr lang="en-US" sz="144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marL="343080" indent="0" algn="just" defTabSz="457200">
              <a:lnSpc>
                <a:spcPct val="15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381" name="Rectangle 4"/>
          <p:cNvSpPr/>
          <p:nvPr/>
        </p:nvSpPr>
        <p:spPr>
          <a:xfrm>
            <a:off x="275760" y="3599280"/>
            <a:ext cx="3030480" cy="64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600" b="1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 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382" name="Content Placeholder 5"/>
          <p:cNvSpPr/>
          <p:nvPr/>
        </p:nvSpPr>
        <p:spPr>
          <a:xfrm>
            <a:off x="677520" y="1371600"/>
            <a:ext cx="8595360" cy="342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Metadata Loader and Verifier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Assistant-Based Command Interface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Builder and Toolchain Manager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Package Root Manager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System Deployment Manager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PlaceHolder 1"/>
          <p:cNvSpPr>
            <a:spLocks noGrp="1"/>
          </p:cNvSpPr>
          <p:nvPr>
            <p:ph type="title"/>
          </p:nvPr>
        </p:nvSpPr>
        <p:spPr>
          <a:xfrm>
            <a:off x="282600" y="156240"/>
            <a:ext cx="8595360" cy="1319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IN" sz="36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MODULE 1:</a:t>
            </a:r>
            <a:br>
              <a:rPr sz="3600"/>
            </a:br>
            <a:r>
              <a:rPr lang="en-IN" sz="36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EXPLANATION :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384" name="PlaceHolder 2"/>
          <p:cNvSpPr>
            <a:spLocks noGrp="1"/>
          </p:cNvSpPr>
          <p:nvPr>
            <p:ph/>
          </p:nvPr>
        </p:nvSpPr>
        <p:spPr>
          <a:xfrm>
            <a:off x="776160" y="1600200"/>
            <a:ext cx="8595360" cy="479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This module is responsible for reading, validating, and enforcing package definitions. Each package includes structured metadata files describing its identity, permissions, dependencies, and lifecycle steps.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Before any build is executed, the verifier ensures that: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Metadata adheres to strict schemas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Required fields are present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Dependencies exist and are valid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Unsafe configurations are rejected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This guarantees correctness and prevents invalid or malicious packages from entering the system.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PlaceHolder 1"/>
          <p:cNvSpPr>
            <a:spLocks noGrp="1"/>
          </p:cNvSpPr>
          <p:nvPr>
            <p:ph type="title"/>
          </p:nvPr>
        </p:nvSpPr>
        <p:spPr>
          <a:xfrm>
            <a:off x="74520" y="156240"/>
            <a:ext cx="8595360" cy="1319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600" b="1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CONCLUSION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386" name="PlaceHolder 2"/>
          <p:cNvSpPr>
            <a:spLocks noGrp="1"/>
          </p:cNvSpPr>
          <p:nvPr>
            <p:ph/>
          </p:nvPr>
        </p:nvSpPr>
        <p:spPr>
          <a:xfrm>
            <a:off x="667080" y="1266840"/>
            <a:ext cx="8595360" cy="387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Cogman demonstrates a new approach to building security-focused Linux distributions by prioritizing transparency, control, and reproducibility. By replacing traditional package managers with a metadata-driven assistant framework, Cogman provides a strong foundation for secure penetration-testing environments.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The system not only improves trust and auditability but also opens the door for future enhancements such as AI-assisted security analysis, automated hardening, and dynamic toolchain optimization. Cogman represents a significant step toward next-generation security operating systems.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387" name="Cloud Callout 3"/>
          <p:cNvSpPr/>
          <p:nvPr/>
        </p:nvSpPr>
        <p:spPr>
          <a:xfrm>
            <a:off x="2986560" y="5048640"/>
            <a:ext cx="4658040" cy="1272960"/>
          </a:xfrm>
          <a:prstGeom prst="cloudCallout">
            <a:avLst>
              <a:gd name="adj1" fmla="val -20833"/>
              <a:gd name="adj2" fmla="val 62500"/>
            </a:avLst>
          </a:prstGeom>
          <a:solidFill>
            <a:schemeClr val="bg1"/>
          </a:solidFill>
          <a:ln cap="rnd">
            <a:solidFill>
              <a:srgbClr val="6a8f1c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800" b="1" u="none" strike="noStrik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rebuchet MS"/>
              </a:rPr>
              <a:t>THANK YOU !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itchFamily="0" charset="1"/>
        <a:ea typeface=""/>
        <a:cs typeface=""/>
      </a:majorFont>
      <a:minorFont>
        <a:latin typeface="Trebuchet M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  <a:tileRect l="0" t="0" r="0" b="0"/>
        </a:gradFill>
      </a:fillStyleLst>
      <a:lnStyleLst>
        <a:ln w="12700" cap="rnd" cmpd="sng" algn="ctr">
          <a:prstDash val="solid"/>
        </a:ln>
        <a:ln w="19050" cap="rnd" cmpd="sng" algn="ctr">
          <a:prstDash val="solid"/>
        </a:ln>
        <a:ln w="25400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itchFamily="0" charset="1"/>
        <a:ea typeface=""/>
        <a:cs typeface=""/>
      </a:majorFont>
      <a:minorFont>
        <a:latin typeface="Trebuchet M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  <a:tileRect l="0" t="0" r="0" b="0"/>
        </a:gradFill>
      </a:fillStyleLst>
      <a:lnStyleLst>
        <a:ln w="12700" cap="rnd" cmpd="sng" algn="ctr">
          <a:prstDash val="solid"/>
        </a:ln>
        <a:ln w="19050" cap="rnd" cmpd="sng" algn="ctr">
          <a:prstDash val="solid"/>
        </a:ln>
        <a:ln w="25400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itchFamily="0" charset="1"/>
        <a:ea typeface=""/>
        <a:cs typeface=""/>
      </a:majorFont>
      <a:minorFont>
        <a:latin typeface="Trebuchet M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  <a:tileRect l="0" t="0" r="0" b="0"/>
        </a:gradFill>
      </a:fillStyleLst>
      <a:lnStyleLst>
        <a:ln w="12700" cap="rnd" cmpd="sng" algn="ctr">
          <a:prstDash val="solid"/>
        </a:ln>
        <a:ln w="19050" cap="rnd" cmpd="sng" algn="ctr">
          <a:prstDash val="solid"/>
        </a:ln>
        <a:ln w="25400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itchFamily="0" charset="1"/>
        <a:ea typeface=""/>
        <a:cs typeface=""/>
      </a:majorFont>
      <a:minorFont>
        <a:latin typeface="Trebuchet M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  <a:tileRect l="0" t="0" r="0" b="0"/>
        </a:gradFill>
      </a:fillStyleLst>
      <a:lnStyleLst>
        <a:ln w="12700" cap="rnd" cmpd="sng" algn="ctr">
          <a:prstDash val="solid"/>
        </a:ln>
        <a:ln w="19050" cap="rnd" cmpd="sng" algn="ctr">
          <a:prstDash val="solid"/>
        </a:ln>
        <a:ln w="25400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itchFamily="0" charset="1"/>
        <a:ea typeface=""/>
        <a:cs typeface=""/>
      </a:majorFont>
      <a:minorFont>
        <a:latin typeface="Trebuchet M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  <a:tileRect l="0" t="0" r="0" b="0"/>
        </a:gradFill>
      </a:fillStyleLst>
      <a:lnStyleLst>
        <a:ln w="12700" cap="rnd" cmpd="sng" algn="ctr">
          <a:prstDash val="solid"/>
        </a:ln>
        <a:ln w="19050" cap="rnd" cmpd="sng" algn="ctr">
          <a:prstDash val="solid"/>
        </a:ln>
        <a:ln w="25400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itchFamily="0" charset="1"/>
        <a:ea typeface=""/>
        <a:cs typeface=""/>
      </a:majorFont>
      <a:minorFont>
        <a:latin typeface="Trebuchet M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  <a:tileRect l="0" t="0" r="0" b="0"/>
        </a:gradFill>
      </a:fillStyleLst>
      <a:lnStyleLst>
        <a:ln w="12700" cap="rnd" cmpd="sng" algn="ctr">
          <a:prstDash val="solid"/>
        </a:ln>
        <a:ln w="19050" cap="rnd" cmpd="sng" algn="ctr">
          <a:prstDash val="solid"/>
        </a:ln>
        <a:ln w="25400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  <a:tileRect l="0" t="0" r="0" b="0"/>
        </a:gradFill>
      </a:bgFillStyleLst>
    </a:fmtScheme>
  </a:themeElements>
</a:theme>
</file>

<file path=ppt/theme/theme20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389</TotalTime>
  <Application>LibreOffice/25.8.4.2$Linux_X86_64 LibreOffice_project/580$Build-2</Application>
  <AppVersion>15.0000</AppVersion>
  <Words>43</Words>
  <Paragraphs>20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2024-12-13T12:01:40Z</dcterms:created>
  <dc:creator>vishalrameshv13@gmail.com</dc:creator>
  <dc:description/>
  <dc:language>en-US</dc:language>
  <cp:lastModifiedBy/>
  <dcterms:modified xsi:type="dcterms:W3CDTF">2026-02-09T04:22:29Z</dcterms:modified>
  <cp:revision>21</cp:revision>
  <dc:subject/>
  <dc:title>INVEST MATCH AI CLOUD BASED   STARTUP AND INVESTOR   MATCHING PLATFORM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</vt:i4>
  </property>
  <property fmtid="{D5CDD505-2E9C-101B-9397-08002B2CF9AE}" pid="3" name="PresentationFormat">
    <vt:lpwstr>Custom</vt:lpwstr>
  </property>
  <property fmtid="{D5CDD505-2E9C-101B-9397-08002B2CF9AE}" pid="4" name="Slides">
    <vt:i4>11</vt:i4>
  </property>
</Properties>
</file>