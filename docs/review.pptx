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theme/theme10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5.xml" ContentType="application/vnd.openxmlformats-officedocument.theme+xml"/>
  <Override PartName="/ppt/theme/theme23.xml" ContentType="application/vnd.openxmlformats-officedocument.theme+xml"/>
  <Override PartName="/ppt/theme/theme17.xml" ContentType="application/vnd.openxmlformats-officedocument.theme+xml"/>
  <Override PartName="/ppt/theme/theme22.xml" ContentType="application/vnd.openxmlformats-officedocument.theme+xml"/>
  <Override PartName="/ppt/theme/theme16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15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8.xml" ContentType="application/vnd.openxmlformats-officedocument.theme+xml"/>
  <Override PartName="/ppt/theme/theme1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3" r:id="rId24"/>
  </p:sldMasterIdLst>
  <p:notesMasterIdLst>
    <p:notesMasterId r:id="rId25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4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PlaceHolder 4"/>
          <p:cNvSpPr>
            <a:spLocks noGrp="1"/>
          </p:cNvSpPr>
          <p:nvPr>
            <p:ph type="dt" idx="7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PlaceHolder 5"/>
          <p:cNvSpPr>
            <a:spLocks noGrp="1"/>
          </p:cNvSpPr>
          <p:nvPr>
            <p:ph type="ftr" idx="7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PlaceHolder 6"/>
          <p:cNvSpPr>
            <a:spLocks noGrp="1"/>
          </p:cNvSpPr>
          <p:nvPr>
            <p:ph type="sldNum" idx="7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CB78CF4-1BD1-4DF6-B7EA-4541978C113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69640" cy="45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DA37AA2-608A-43B2-8E2C-6D9FA18D83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33C5F8-EB78-42B7-A9A1-29204E7916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4725C4F-7AF5-46AD-A630-6E5370186A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6021E41-5554-430B-80E9-4B64B89B79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83DB501-2766-44D6-AF99-83111F5ED9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41D2C86-F409-4897-B379-AC30721EC7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EB9F002-CE04-4ED7-8453-95EA9B2B6F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F3A2DE3-691C-4B80-ACD6-7429641E53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6BA7FAE-8FC1-4A92-85AD-FC4AC13848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E94C33D-1524-4677-8255-3EA74A79EB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DBDC211-9E51-4BCA-B63A-22CF598623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BE5EED8-C54D-4F7A-922E-DC8B125052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4DDE7D18-7667-4466-B6E1-77A150336A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81A2603-85D3-4E4A-9154-4FC5EA6F1B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3598B88C-A5A3-442F-9D9F-7A20222FAD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7AE74526-8F93-4E19-AB34-8CAD2FE418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6A255E3C-9F08-498D-8AF6-F5498A380C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B6D5639A-998A-44A3-B53E-8A74C16487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87738BF7-A0CF-45B5-B2A9-315CFB9E47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E8923512-C5E8-4F73-B9CD-1D015F069E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D2304471-9AA6-4085-851A-8CC779A74E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E976EA83-20D0-4215-A083-D2F9B5A95F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40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0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0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ftr" idx="64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65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1ED2DC5-6CF7-4303-A45F-30C18F136D7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PlaceHolder 4"/>
          <p:cNvSpPr>
            <a:spLocks noGrp="1"/>
          </p:cNvSpPr>
          <p:nvPr>
            <p:ph type="dt" idx="66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422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23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24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0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ftr" idx="67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 type="sldNum" idx="68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53FA00-5F58-44B9-BC47-26BB7BBBDAD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PlaceHolder 5"/>
          <p:cNvSpPr>
            <a:spLocks noGrp="1"/>
          </p:cNvSpPr>
          <p:nvPr>
            <p:ph type="dt" idx="69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B30A6EBE-46EB-489A-9BB8-B597593BC1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4DC9D441-6FD3-4B7E-800F-CC1DF04494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2FD5DFF2-69C9-440B-B074-BA91CDC664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2160" y="-8640"/>
            <a:ext cx="12188160" cy="6868440"/>
            <a:chOff x="2160" y="-8640"/>
            <a:chExt cx="12188160" cy="686844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2160" y="2160"/>
              <a:ext cx="840600" cy="56638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95C07A3-6E32-49B3-8244-1F5054D02F0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" name="Group 6"/>
          <p:cNvGrpSpPr/>
          <p:nvPr/>
        </p:nvGrpSpPr>
        <p:grpSpPr>
          <a:xfrm>
            <a:off x="2160" y="-8640"/>
            <a:ext cx="12188160" cy="6868440"/>
            <a:chOff x="2160" y="-8640"/>
            <a:chExt cx="12188160" cy="6868440"/>
          </a:xfrm>
        </p:grpSpPr>
        <p:cxnSp>
          <p:nvCxnSpPr>
            <p:cNvPr id="43" name="Straight Connector 31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Isosceles Triangle 26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Isosceles Triangle 30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Isosceles Triangle 18"/>
            <p:cNvSpPr/>
            <p:nvPr/>
          </p:nvSpPr>
          <p:spPr>
            <a:xfrm rot="10800000">
              <a:off x="2160" y="2160"/>
              <a:ext cx="840600" cy="56638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4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5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4D2C96-1D2B-4AD3-AE0C-098A44F873D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6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6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6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77160" y="1116000"/>
            <a:ext cx="8594640" cy="30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E3FA55E-D6AE-4746-B929-7AFB8614518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dt" idx="9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7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8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8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77160" y="1085400"/>
            <a:ext cx="8594640" cy="36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ftr" idx="10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sldNum" idx="11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12E022-717B-4523-85F5-281564B3D6C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dt" idx="12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9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9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9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ftr" idx="13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14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41879A1-0267-4036-9A68-675170E4E35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dt" idx="15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1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1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1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5" name="TextBox 19"/>
          <p:cNvSpPr/>
          <p:nvPr/>
        </p:nvSpPr>
        <p:spPr>
          <a:xfrm>
            <a:off x="541800" y="7902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1"/>
          <p:cNvSpPr/>
          <p:nvPr/>
        </p:nvSpPr>
        <p:spPr>
          <a:xfrm>
            <a:off x="8893080" y="288648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ftr" idx="16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sldNum" idx="17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EAAAF92-AEFA-4C9D-BAC9-AE15E77C872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dt" idx="18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3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3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3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ftr" idx="19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20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CA5B6C8-4561-4827-BBA4-E746609B621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dt" idx="21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5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5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5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TextBox 23"/>
          <p:cNvSpPr/>
          <p:nvPr/>
        </p:nvSpPr>
        <p:spPr>
          <a:xfrm>
            <a:off x="541800" y="7902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4"/>
          <p:cNvSpPr/>
          <p:nvPr/>
        </p:nvSpPr>
        <p:spPr>
          <a:xfrm>
            <a:off x="8893080" y="288648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ftr" idx="22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sldNum" idx="23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62A4F56-CE12-4785-A740-2F86C43A6C0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dt" idx="24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7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7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7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ftr" idx="25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sldNum" idx="26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C773A97-25BF-4CB1-B7BD-D727475FB39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dt" idx="27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9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9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9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ftr" idx="28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sldNum" idx="29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70B514-8CD6-4D7D-B494-30F76DE5067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dt" idx="30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0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1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1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vert="eaVert">
            <a:no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ftr" idx="31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 type="sldNum" idx="32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0AD13BA-5D72-4F52-ACB5-48FEA3447B5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 type="dt" idx="33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2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2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2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77160" y="963720"/>
            <a:ext cx="8594640" cy="6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ftr" idx="34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sldNum" idx="35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921A96-CB20-405E-A132-529C11364B0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dt" idx="36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4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4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4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ftr" idx="37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sldNum" idx="38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3967D5-82EF-43D6-B314-141A2430DDD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 type="dt" idx="39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6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6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6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ftr" idx="40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sldNum" idx="41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7D2037A-F07E-46DB-B947-A9213F9ECD7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dt" idx="42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8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8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8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ftr" idx="43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sldNum" idx="44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0788C0E-2E6A-4815-A964-57CD92DB8B2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 type="dt" idx="45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9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0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0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ftr" idx="46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 type="sldNum" idx="47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429BC8-1815-4333-B929-51D529A3CD4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 type="dt" idx="48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1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1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1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77160" y="1131120"/>
            <a:ext cx="8594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CE294F1-0328-4F84-9621-4244852B814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5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3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3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3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ftr" idx="52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sldNum" idx="53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A406A38-9FA1-4403-B455-7F55A3EC4F4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PlaceHolder 5"/>
          <p:cNvSpPr>
            <a:spLocks noGrp="1"/>
          </p:cNvSpPr>
          <p:nvPr>
            <p:ph type="dt" idx="54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5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5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5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ftr" idx="55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sldNum" idx="56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C64FC0-3BF2-4527-B6F6-2A00D049B19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PlaceHolder 5"/>
          <p:cNvSpPr>
            <a:spLocks noGrp="1"/>
          </p:cNvSpPr>
          <p:nvPr>
            <p:ph type="dt" idx="57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7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7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7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ftr" idx="58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PlaceHolder 4"/>
          <p:cNvSpPr>
            <a:spLocks noGrp="1"/>
          </p:cNvSpPr>
          <p:nvPr>
            <p:ph type="sldNum" idx="59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74A2774-2EB8-45D3-992A-7DE576ED756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PlaceHolder 5"/>
          <p:cNvSpPr>
            <a:spLocks noGrp="1"/>
          </p:cNvSpPr>
          <p:nvPr>
            <p:ph type="dt" idx="60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8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9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9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ftr" idx="61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sldNum" idx="62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85E666-D875-4B0F-90EA-B575BB73EB4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 type="dt" idx="63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  <p:sldLayoutId id="2147483692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438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39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40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ftr" idx="70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4"/>
          <p:cNvSpPr>
            <a:spLocks noGrp="1"/>
          </p:cNvSpPr>
          <p:nvPr>
            <p:ph type="sldNum" idx="71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DBDEB0D-24E9-45C1-B8B0-589B17E0273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PlaceHolder 5"/>
          <p:cNvSpPr>
            <a:spLocks noGrp="1"/>
          </p:cNvSpPr>
          <p:nvPr>
            <p:ph type="dt" idx="72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2"/>
    <p:sldLayoutId id="2147483695" r:id="rId3"/>
    <p:sldLayoutId id="2147483696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914400" y="-267120"/>
            <a:ext cx="8227800" cy="186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Minimal Linux Distribution for Cybersecurity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2"/>
          <p:cNvSpPr/>
          <p:nvPr/>
        </p:nvSpPr>
        <p:spPr>
          <a:xfrm>
            <a:off x="2286000" y="2286000"/>
            <a:ext cx="8498520" cy="28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TEAM MEMBERS 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SRIDHARAN. T               ( 620822205302 )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PRAVEEN RAJ. G             ( 620822205078 )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SHANMUGA SRILAN. T ( 620822205097 )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MUGILAN. K                   ( 620822205066 )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GUIDE : Mrs. P. KARTHIKAYINI, AP/IT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228600" y="5148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/>
          <p:nvPr/>
        </p:nvSpPr>
        <p:spPr>
          <a:xfrm>
            <a:off x="549360" y="1143000"/>
            <a:ext cx="8593200" cy="44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The primary objectives of the Cogman framework are: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design a fully metadata-driven package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replace traditional package managers with a controlled assistant-based workflow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ensure deterministic, repeatable builds for all system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support secure toolchain bootstrapping from first principles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provide a clean foundation for penetration-testing distributions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enable future expansion toward AI-assisted security tooling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340560" y="0"/>
            <a:ext cx="825408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3"/>
          <p:cNvSpPr/>
          <p:nvPr/>
        </p:nvSpPr>
        <p:spPr>
          <a:xfrm>
            <a:off x="379440" y="3570120"/>
            <a:ext cx="3499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4"/>
          <p:cNvSpPr/>
          <p:nvPr/>
        </p:nvSpPr>
        <p:spPr>
          <a:xfrm>
            <a:off x="834840" y="727920"/>
            <a:ext cx="8078760" cy="26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Most existing Linux distributions use package managers such as APT, DNF, or Pacman. These systems rely 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Prebuilt binary packages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Centralized repositories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Complex dependency solvers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Implicit trust in upstream maintainers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Content Placeholder 1"/>
          <p:cNvSpPr/>
          <p:nvPr/>
        </p:nvSpPr>
        <p:spPr>
          <a:xfrm>
            <a:off x="685800" y="4156920"/>
            <a:ext cx="8078760" cy="26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Lack of full visibility into build processes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Difficult to reproduce identical systems across machines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High dependency bloat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Limited isolation between build and runtime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Security tools often introduce unnecessary attack surface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4"/>
          <p:cNvSpPr/>
          <p:nvPr/>
        </p:nvSpPr>
        <p:spPr>
          <a:xfrm>
            <a:off x="184680" y="3560400"/>
            <a:ext cx="3120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5"/>
          <p:cNvSpPr/>
          <p:nvPr/>
        </p:nvSpPr>
        <p:spPr>
          <a:xfrm>
            <a:off x="685800" y="946080"/>
            <a:ext cx="8593200" cy="27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Cogman introduces a metadata-centric and assistant-driven architecture where every package is explicitly defined by structured configuration files. Instead of installing packages directly into the system, Cogman enforces a staged workflow: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Source acquisition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Controlled build lifecycle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Isolated package root installation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Content Placeholder 3"/>
          <p:cNvSpPr/>
          <p:nvPr/>
        </p:nvSpPr>
        <p:spPr>
          <a:xfrm>
            <a:off x="685800" y="4207680"/>
            <a:ext cx="8593200" cy="264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Complete transparency of build and install steps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Deterministic and reproducible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Strong separation between build, package, and system 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Fine-grained dependency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Improved system security and auditability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95840" y="111960"/>
            <a:ext cx="883980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3873600" y="21848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Package Metadat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3886200" y="30992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Schema Verification Layer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3886200" y="40136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Cogman build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3886200" y="49280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Package rootinstall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5486400" y="44708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3" name=""/>
          <p:cNvSpPr/>
          <p:nvPr/>
        </p:nvSpPr>
        <p:spPr>
          <a:xfrm>
            <a:off x="5486400" y="26420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4" name=""/>
          <p:cNvSpPr/>
          <p:nvPr/>
        </p:nvSpPr>
        <p:spPr>
          <a:xfrm>
            <a:off x="5486400" y="35564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5" name=""/>
          <p:cNvSpPr/>
          <p:nvPr/>
        </p:nvSpPr>
        <p:spPr>
          <a:xfrm>
            <a:off x="5486400" y="17276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6" name=""/>
          <p:cNvSpPr/>
          <p:nvPr/>
        </p:nvSpPr>
        <p:spPr>
          <a:xfrm>
            <a:off x="3886200" y="137160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Cogman Assistant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3886200" y="594360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Rootfs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5462640" y="548712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/>
          </p:nvPr>
        </p:nvSpPr>
        <p:spPr>
          <a:xfrm>
            <a:off x="266400" y="205560"/>
            <a:ext cx="8594640" cy="61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4"/>
          <p:cNvSpPr/>
          <p:nvPr/>
        </p:nvSpPr>
        <p:spPr>
          <a:xfrm>
            <a:off x="275760" y="3599280"/>
            <a:ext cx="3029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Content Placeholder 5"/>
          <p:cNvSpPr/>
          <p:nvPr/>
        </p:nvSpPr>
        <p:spPr>
          <a:xfrm>
            <a:off x="677880" y="1371960"/>
            <a:ext cx="8593200" cy="41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Metadata Loader and Verifier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Assistant-Based Command Interface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Builder and Toolchain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Package Root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System Deployment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6"/>
          <p:cNvSpPr/>
          <p:nvPr/>
        </p:nvSpPr>
        <p:spPr>
          <a:xfrm>
            <a:off x="282960" y="156600"/>
            <a:ext cx="977472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1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Metadata Loader and Verifier</a:t>
            </a:r>
            <a:br>
              <a:rPr sz="3200"/>
            </a:b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7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Handles secure loading, validation, and integrity verification of system and package metadata.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Core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Parse structured metadata ( TOML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Verify cryptographic signatures ( SHA-256 )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Validate schema and version compatibility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Detect tampering and corruption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Cache verified metadata securely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Key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Pluggable verification backends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Schema evolution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Trust-chain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Deterministic parsing for reproducibility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3"/>
          <p:cNvSpPr/>
          <p:nvPr/>
        </p:nvSpPr>
        <p:spPr>
          <a:xfrm>
            <a:off x="282960" y="156600"/>
            <a:ext cx="977472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2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Assistant-Based Command Interface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14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Natural language or structured assistant interface to control system operations.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Core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Parse user intent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Convert intent into validated system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Enforce permission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Provide contextual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Maintain command audit logs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Key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AI-assisted task translation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Safe command sandboxing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0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3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Builder and Toolchain Manager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11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Manages compilation, dependency resolution, and reproducible builds.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Core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Toolchain version 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Dependency graph resolution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Cross-compilation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Incremental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Artifact hashing and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Key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Deterministic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Build cache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Environment isolation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8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4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Package Root Manager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9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Manages isolated package root installation at /mnt/rogue/pkgroot.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Each package installs into its own subdirectory namespace — no cross-contamination.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Prevents build artifacts from one package interfering with another's installation.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Supports staged installation: package root built before merging into system root.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Rollback capability: remove a package by deleting its pkgroot subdirectory tree.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Package manifest (pkg_manifest.txt) tracks all installed components with hashes.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Validates installation completeness: all expected files present and hash-verified.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Foundation for clean rootfs assembly — packages aggregated deterministically.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5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4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Implementation Details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16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Directory Structure: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 /mnt/rogue/pkgroot/{package-name}/{bin, lib, share, include} — per-package namespacing.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base-files, busybox installed into pkgroot/base-files/, pkgroot/busybox/ respectively.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linux-headers in pkgroot/linux-headers/ for toolchain packages.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Installation via cogman-exec (C11):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Executor reads .plan steps: op=MKDIR, op=COPY_FILE, op=SYMLINK.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mkdir(pkgroot/{name}/{dir}) creates isolated namespace before file copy.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SHA-256 of each installed file verified against plan metadata hash.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On hash mismatch: executor fails-fast with error code 1 — no partial install.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Manifest Tracking: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pkg_manifest.txt updated after each successful package install.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Entry format: package_name | version | install_path | artifact_hash.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148+ packages tracked in current manifest (pkg_manifest.txt).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7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5: System Deployment Manager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18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Orchestrates final rootfs assembly by merging isolated package roots into system tree.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Validates system completeness before deployment using pre-rootfs checklist.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Merges pkgroot/{package}/* into unified /mnt/rogue/rootfs/ directory tree.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Generates bootable ISO image from completed rootfs using standard Linux tools.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Supports deterministic rebuilds: same metadata → identical rootfs every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Pre-rootfs checklist (PRE-ROOTFS-CHECKLIST.md) validates all components present.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Handles symlinks, permissions, and file modes during merge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Final ISO verified against expected size and checksum before distribution.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9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5: Implementation Details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20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Deployment Pipeline: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 Step 1: Validate all packages in pkg_manifest.txt are present in pkgroot.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2: Run pre-rootfs checklist: required binaries, init, kernel, bootloader.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3: Merge pkgroot/* → rootfs/ using cogman-exec MERGE_ROOT step.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4: Configure system: /etc/passwd, /etc/group, hostname, fstab.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5: Generate initramfs from rootfs using cpio + gzip.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6: Package bootable ISO: syslinux/ISOLINUX + kernel + initramfs.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Cogman Integration: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cogman deploy command triggers planner to generate deployment.plan.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Planner validates all dependencies resolved before generating deploy steps.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Executor processes merge steps: COPY_TREE, APPLY_PERMS, CREATE_SYMLINK.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Verification: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SHA-256 checksum of final ISO computed and logged to build artifacts.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ISO tested in QEMU environment before release signing.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21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Screenshot: Source code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8" name=""/>
          <p:cNvPicPr/>
          <p:nvPr/>
        </p:nvPicPr>
        <p:blipFill>
          <a:blip r:embed="rId1"/>
          <a:stretch/>
        </p:blipFill>
        <p:spPr>
          <a:xfrm>
            <a:off x="685800" y="1143000"/>
            <a:ext cx="3886200" cy="28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9" name=""/>
          <p:cNvPicPr/>
          <p:nvPr/>
        </p:nvPicPr>
        <p:blipFill>
          <a:blip r:embed="rId2"/>
          <a:stretch/>
        </p:blipFill>
        <p:spPr>
          <a:xfrm>
            <a:off x="4800600" y="1143000"/>
            <a:ext cx="3886200" cy="28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0" name=""/>
          <p:cNvPicPr/>
          <p:nvPr/>
        </p:nvPicPr>
        <p:blipFill>
          <a:blip r:embed="rId3"/>
          <a:stretch/>
        </p:blipFill>
        <p:spPr>
          <a:xfrm>
            <a:off x="685800" y="4114800"/>
            <a:ext cx="3874680" cy="251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1" name=""/>
          <p:cNvPicPr/>
          <p:nvPr/>
        </p:nvPicPr>
        <p:blipFill>
          <a:blip r:embed="rId4"/>
          <a:stretch/>
        </p:blipFill>
        <p:spPr>
          <a:xfrm>
            <a:off x="4800600" y="4114800"/>
            <a:ext cx="3886200" cy="251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22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Screenshot: UI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3" name=""/>
          <p:cNvPicPr/>
          <p:nvPr/>
        </p:nvPicPr>
        <p:blipFill>
          <a:blip r:embed="rId1"/>
          <a:stretch/>
        </p:blipFill>
        <p:spPr>
          <a:xfrm>
            <a:off x="1143000" y="1371600"/>
            <a:ext cx="8001000" cy="436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Cloud Callout 3"/>
          <p:cNvSpPr/>
          <p:nvPr/>
        </p:nvSpPr>
        <p:spPr>
          <a:xfrm>
            <a:off x="2986560" y="5048640"/>
            <a:ext cx="4657320" cy="127224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1"/>
          </a:solidFill>
          <a:ln cap="rnd" w="19080">
            <a:solidFill>
              <a:srgbClr val="90C2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  <a:ea typeface="DejaVu San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12"/>
          <p:cNvSpPr/>
          <p:nvPr/>
        </p:nvSpPr>
        <p:spPr>
          <a:xfrm>
            <a:off x="665640" y="857160"/>
            <a:ext cx="8593200" cy="444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Cogman demonstrates a new approach to building security-focused Linux distributions by prioritizing transparency, control, and reproducibility. By replacing traditional package managers with a metadata-driven assistant framework, Cogman provides a strong foundation for secure penetration-testing environments.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The system not only improves trust and auditability but also opens the door for future enhancements such as AI-assisted security analysis, automated hardening, and dynamic toolchain optimization.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Cogman represents a significant step toward next-generation security operating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2309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cp:lastPrinted>2026-02-24T10:18:30Z</cp:lastPrinted>
  <dcterms:modified xsi:type="dcterms:W3CDTF">2026-04-05T16:51:43Z</dcterms:modified>
  <cp:revision>19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Widescreen</vt:lpwstr>
  </property>
  <property fmtid="{D5CDD505-2E9C-101B-9397-08002B2CF9AE}" pid="4" name="Slides">
    <vt:r8>13</vt:r8>
  </property>
</Properties>
</file>